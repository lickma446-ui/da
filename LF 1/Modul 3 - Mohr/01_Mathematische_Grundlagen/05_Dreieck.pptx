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60" r:id="rId3"/>
    <p:sldId id="270" r:id="rId4"/>
    <p:sldId id="258" r:id="rId5"/>
    <p:sldId id="271" r:id="rId6"/>
    <p:sldId id="272" r:id="rId7"/>
    <p:sldId id="273" r:id="rId8"/>
    <p:sldId id="275" r:id="rId9"/>
    <p:sldId id="274" r:id="rId10"/>
    <p:sldId id="276" r:id="rId11"/>
    <p:sldId id="277" r:id="rId12"/>
    <p:sldId id="278" r:id="rId13"/>
    <p:sldId id="279" r:id="rId14"/>
    <p:sldId id="280" r:id="rId15"/>
    <p:sldId id="282" r:id="rId16"/>
    <p:sldId id="281" r:id="rId17"/>
    <p:sldId id="283" r:id="rId18"/>
    <p:sldId id="284" r:id="rId19"/>
    <p:sldId id="286" r:id="rId20"/>
    <p:sldId id="287" r:id="rId21"/>
    <p:sldId id="285" r:id="rId22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FCB27F-6185-4EF9-9B60-8AB29AA7FE27}" v="1" dt="2023-09-21T08:08:49.1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86" autoAdjust="0"/>
    <p:restoredTop sz="94660"/>
  </p:normalViewPr>
  <p:slideViewPr>
    <p:cSldViewPr snapToGrid="0">
      <p:cViewPr varScale="1">
        <p:scale>
          <a:sx n="78" d="100"/>
          <a:sy n="78" d="100"/>
        </p:scale>
        <p:origin x="9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E6FCB27F-6185-4EF9-9B60-8AB29AA7FE27}"/>
    <pc:docChg chg="sldOrd">
      <pc:chgData name="" userId="" providerId="" clId="Web-{E6FCB27F-6185-4EF9-9B60-8AB29AA7FE27}" dt="2023-09-21T08:08:49.114" v="0"/>
      <pc:docMkLst>
        <pc:docMk/>
      </pc:docMkLst>
      <pc:sldChg chg="ord">
        <pc:chgData name="" userId="" providerId="" clId="Web-{E6FCB27F-6185-4EF9-9B60-8AB29AA7FE27}" dt="2023-09-21T08:08:49.114" v="0"/>
        <pc:sldMkLst>
          <pc:docMk/>
          <pc:sldMk cId="4228967758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35DE70-4CB6-4EFB-B132-A320C112CFC2}" type="datetimeFigureOut">
              <a:rPr lang="de-DE" smtClean="0"/>
              <a:t>21.09.2023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611483-E192-4246-917D-C11F428BFA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6339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Buch Seite 91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611483-E192-4246-917D-C11F428BFA6F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0874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611483-E192-4246-917D-C11F428BFA6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371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Winkelberechnung </a:t>
            </a:r>
            <a:r>
              <a:rPr lang="de-DE" dirty="0" err="1"/>
              <a:t>z.b.</a:t>
            </a:r>
            <a:r>
              <a:rPr lang="de-DE" dirty="0"/>
              <a:t> Dachneigung berechnen und </a:t>
            </a:r>
            <a:r>
              <a:rPr lang="de-DE" dirty="0" err="1"/>
              <a:t>darausfolgende</a:t>
            </a:r>
            <a:r>
              <a:rPr lang="de-DE" dirty="0"/>
              <a:t> Sicherheitseinrichtungen, wie Trittflächen und Absturzsicherung</a:t>
            </a:r>
          </a:p>
          <a:p>
            <a:r>
              <a:rPr lang="de-DE" dirty="0"/>
              <a:t>Mathematischer Zusammenhang zw. Winkel und Seitenlängen</a:t>
            </a:r>
          </a:p>
          <a:p>
            <a:r>
              <a:rPr lang="de-DE" dirty="0"/>
              <a:t>Beide kurzen Seiten Katheten, lange gegenüber von Rechtem Winkel als </a:t>
            </a:r>
            <a:r>
              <a:rPr lang="de-DE" dirty="0" err="1"/>
              <a:t>Hypothenuse</a:t>
            </a:r>
            <a:endParaRPr lang="de-DE" dirty="0"/>
          </a:p>
          <a:p>
            <a:r>
              <a:rPr lang="de-DE" dirty="0"/>
              <a:t>Ankathete am Winkel, Gegenkathete gegenüber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611483-E192-4246-917D-C11F428BFA6F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7087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611483-E192-4246-917D-C11F428BFA6F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76127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611483-E192-4246-917D-C11F428BFA6F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251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Funktionen im Taschenrechner, Tastenkombination nachschauen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611483-E192-4246-917D-C11F428BFA6F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3676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611483-E192-4246-917D-C11F428BFA6F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2993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611483-E192-4246-917D-C11F428BFA6F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56476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611483-E192-4246-917D-C11F428BFA6F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11567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611483-E192-4246-917D-C11F428BFA6F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05112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611483-E192-4246-917D-C11F428BFA6F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58114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611483-E192-4246-917D-C11F428BFA6F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70205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611483-E192-4246-917D-C11F428BFA6F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63915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611483-E192-4246-917D-C11F428BFA6F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43228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611483-E192-4246-917D-C11F428BFA6F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58546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611483-E192-4246-917D-C11F428BFA6F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83086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611483-E192-4246-917D-C11F428BFA6F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17729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611483-E192-4246-917D-C11F428BFA6F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2700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5434-FFB9-4716-A3E9-6F344AA9FBDF}" type="datetimeFigureOut">
              <a:rPr lang="de-DE" smtClean="0"/>
              <a:t>21.09.2023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5AEF-9426-44E0-AC58-FFCE0B1C1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9139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5434-FFB9-4716-A3E9-6F344AA9FBDF}" type="datetimeFigureOut">
              <a:rPr lang="de-DE" smtClean="0"/>
              <a:t>21.09.2023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5AEF-9426-44E0-AC58-FFCE0B1C1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6200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5434-FFB9-4716-A3E9-6F344AA9FBDF}" type="datetimeFigureOut">
              <a:rPr lang="de-DE" smtClean="0"/>
              <a:t>21.09.2023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5AEF-9426-44E0-AC58-FFCE0B1C1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4097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5434-FFB9-4716-A3E9-6F344AA9FBDF}" type="datetimeFigureOut">
              <a:rPr lang="de-DE" smtClean="0"/>
              <a:t>21.09.2023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5AEF-9426-44E0-AC58-FFCE0B1C1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8607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5434-FFB9-4716-A3E9-6F344AA9FBDF}" type="datetimeFigureOut">
              <a:rPr lang="de-DE" smtClean="0"/>
              <a:t>21.09.2023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5AEF-9426-44E0-AC58-FFCE0B1C1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8154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5434-FFB9-4716-A3E9-6F344AA9FBDF}" type="datetimeFigureOut">
              <a:rPr lang="de-DE" smtClean="0"/>
              <a:t>21.09.2023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5AEF-9426-44E0-AC58-FFCE0B1C1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5446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5434-FFB9-4716-A3E9-6F344AA9FBDF}" type="datetimeFigureOut">
              <a:rPr lang="de-DE" smtClean="0"/>
              <a:t>21.09.2023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5AEF-9426-44E0-AC58-FFCE0B1C1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7447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5434-FFB9-4716-A3E9-6F344AA9FBDF}" type="datetimeFigureOut">
              <a:rPr lang="de-DE" smtClean="0"/>
              <a:t>21.09.2023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5AEF-9426-44E0-AC58-FFCE0B1C1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0172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5434-FFB9-4716-A3E9-6F344AA9FBDF}" type="datetimeFigureOut">
              <a:rPr lang="de-DE" smtClean="0"/>
              <a:t>21.09.2023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5AEF-9426-44E0-AC58-FFCE0B1C1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4012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5434-FFB9-4716-A3E9-6F344AA9FBDF}" type="datetimeFigureOut">
              <a:rPr lang="de-DE" smtClean="0"/>
              <a:t>21.09.2023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5AEF-9426-44E0-AC58-FFCE0B1C1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4961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5434-FFB9-4716-A3E9-6F344AA9FBDF}" type="datetimeFigureOut">
              <a:rPr lang="de-DE" smtClean="0"/>
              <a:t>21.09.2023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5AEF-9426-44E0-AC58-FFCE0B1C1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6390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735434-FFB9-4716-A3E9-6F344AA9FBDF}" type="datetimeFigureOut">
              <a:rPr lang="de-DE" smtClean="0"/>
              <a:t>21.09.2023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ED5AEF-9426-44E0-AC58-FFCE0B1C1F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9990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B7683AF-AAEA-FD9A-AD36-0501F897BC47}"/>
              </a:ext>
            </a:extLst>
          </p:cNvPr>
          <p:cNvSpPr txBox="1"/>
          <p:nvPr/>
        </p:nvSpPr>
        <p:spPr>
          <a:xfrm>
            <a:off x="3754450" y="421469"/>
            <a:ext cx="6070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Wieso Berechnungen am Dreieck wichtig sind: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C6363EC-E2A3-5219-3D00-D5B6D95A4205}"/>
              </a:ext>
            </a:extLst>
          </p:cNvPr>
          <p:cNvSpPr txBox="1"/>
          <p:nvPr/>
        </p:nvSpPr>
        <p:spPr>
          <a:xfrm>
            <a:off x="1969216" y="1357206"/>
            <a:ext cx="9498949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000" dirty="0"/>
              <a:t>Berechnung Längen an Dachflächen zur Anordnung von Sicherheitseinrichtungen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000" dirty="0"/>
              <a:t>Berechnung Längen an Dachflächen zur Bestimmung der Höhe der Abgasanlage über der letzten Decke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000" dirty="0"/>
              <a:t>Berechnung Dachabmessungen als Grundlage zur Volumenberechnung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2000" dirty="0"/>
              <a:t>Berechnung an Dachflächen auf Dreiecke rückführbar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1833733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BF640FB-B144-3C77-53E6-1A59C3839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2607" y="1942647"/>
            <a:ext cx="10552916" cy="2907854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B1ACC11B-8A59-2D0E-DBDD-5A02B4F758BE}"/>
              </a:ext>
            </a:extLst>
          </p:cNvPr>
          <p:cNvSpPr txBox="1"/>
          <p:nvPr/>
        </p:nvSpPr>
        <p:spPr>
          <a:xfrm>
            <a:off x="5504331" y="413401"/>
            <a:ext cx="11833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Beispiel</a:t>
            </a:r>
          </a:p>
        </p:txBody>
      </p:sp>
    </p:spTree>
    <p:extLst>
      <p:ext uri="{BB962C8B-B14F-4D97-AF65-F5344CB8AC3E}">
        <p14:creationId xmlns:p14="http://schemas.microsoft.com/office/powerpoint/2010/main" val="1218775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1ACC11B-8A59-2D0E-DBDD-5A02B4F758BE}"/>
              </a:ext>
            </a:extLst>
          </p:cNvPr>
          <p:cNvSpPr txBox="1"/>
          <p:nvPr/>
        </p:nvSpPr>
        <p:spPr>
          <a:xfrm>
            <a:off x="5504331" y="413401"/>
            <a:ext cx="11833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Beispiel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797472E-64F0-3954-44D1-3CEF03E06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6058" y="1769058"/>
            <a:ext cx="10180977" cy="331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358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9DDE1A6-DFAF-EC02-4BF6-606F135CD4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5460" y="1109275"/>
            <a:ext cx="10543407" cy="5588982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2D86C6FB-B128-A083-3130-BD0DCF09A434}"/>
              </a:ext>
            </a:extLst>
          </p:cNvPr>
          <p:cNvSpPr/>
          <p:nvPr/>
        </p:nvSpPr>
        <p:spPr>
          <a:xfrm>
            <a:off x="1475460" y="4847302"/>
            <a:ext cx="10441949" cy="82591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54E435B-5EF7-52F8-7E72-6C37D1A53499}"/>
              </a:ext>
            </a:extLst>
          </p:cNvPr>
          <p:cNvSpPr/>
          <p:nvPr/>
        </p:nvSpPr>
        <p:spPr>
          <a:xfrm>
            <a:off x="1468770" y="5702709"/>
            <a:ext cx="10441949" cy="82591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AD977B1-D9E2-724F-2F1D-701653AB6924}"/>
              </a:ext>
            </a:extLst>
          </p:cNvPr>
          <p:cNvSpPr txBox="1"/>
          <p:nvPr/>
        </p:nvSpPr>
        <p:spPr>
          <a:xfrm>
            <a:off x="3754450" y="421469"/>
            <a:ext cx="44599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Ähnliche Dreiecke (Strahlensätze)</a:t>
            </a:r>
          </a:p>
        </p:txBody>
      </p:sp>
    </p:spTree>
    <p:extLst>
      <p:ext uri="{BB962C8B-B14F-4D97-AF65-F5344CB8AC3E}">
        <p14:creationId xmlns:p14="http://schemas.microsoft.com/office/powerpoint/2010/main" val="4228967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AD977B1-D9E2-724F-2F1D-701653AB6924}"/>
              </a:ext>
            </a:extLst>
          </p:cNvPr>
          <p:cNvSpPr txBox="1"/>
          <p:nvPr/>
        </p:nvSpPr>
        <p:spPr>
          <a:xfrm>
            <a:off x="4855243" y="477973"/>
            <a:ext cx="2481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Winkelfunktionen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2ED9132-7348-CEB9-599C-B6D3B5B12B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4323" y="1856730"/>
            <a:ext cx="9952538" cy="338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461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ED9C66B-E346-B817-0061-676830EF4B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2374" y="4421073"/>
            <a:ext cx="7458132" cy="243692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0C038AF-07DC-0830-AE6F-130A059B0F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2374" y="0"/>
            <a:ext cx="7467252" cy="4509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248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AD977B1-D9E2-724F-2F1D-701653AB6924}"/>
              </a:ext>
            </a:extLst>
          </p:cNvPr>
          <p:cNvSpPr txBox="1"/>
          <p:nvPr/>
        </p:nvSpPr>
        <p:spPr>
          <a:xfrm>
            <a:off x="4855243" y="477973"/>
            <a:ext cx="1514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Merkhilfe:</a:t>
            </a:r>
          </a:p>
        </p:txBody>
      </p:sp>
      <p:pic>
        <p:nvPicPr>
          <p:cNvPr id="1028" name="Picture 4" descr="Gaga Hühnerhof AG - Der Blog für Zimmerer">
            <a:extLst>
              <a:ext uri="{FF2B5EF4-FFF2-40B4-BE49-F238E27FC236}">
                <a16:creationId xmlns:a16="http://schemas.microsoft.com/office/drawing/2014/main" id="{92EE098D-EA23-6476-E449-6933A82A35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6839" y="1450719"/>
            <a:ext cx="7818321" cy="3583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97D67286-E599-895A-B912-4A7369D554F2}"/>
              </a:ext>
            </a:extLst>
          </p:cNvPr>
          <p:cNvSpPr txBox="1"/>
          <p:nvPr/>
        </p:nvSpPr>
        <p:spPr>
          <a:xfrm>
            <a:off x="3531569" y="5145671"/>
            <a:ext cx="54623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sz="1400" dirty="0" err="1"/>
              <a:t>Quelle:https</a:t>
            </a:r>
            <a:r>
              <a:rPr lang="de-DE" sz="1400" dirty="0"/>
              <a:t>://christianfrueholz.jimdofree.com/2018/08/07/gaga-h%C3%BChnerhof-ag/</a:t>
            </a:r>
          </a:p>
        </p:txBody>
      </p:sp>
    </p:spTree>
    <p:extLst>
      <p:ext uri="{BB962C8B-B14F-4D97-AF65-F5344CB8AC3E}">
        <p14:creationId xmlns:p14="http://schemas.microsoft.com/office/powerpoint/2010/main" val="4134372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AD977B1-D9E2-724F-2F1D-701653AB6924}"/>
              </a:ext>
            </a:extLst>
          </p:cNvPr>
          <p:cNvSpPr txBox="1"/>
          <p:nvPr/>
        </p:nvSpPr>
        <p:spPr>
          <a:xfrm>
            <a:off x="4855243" y="477973"/>
            <a:ext cx="40171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Bestimmung der Dachneigung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7FEBA0C-A105-6856-F88D-DDAAE800AF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9626" y="3494896"/>
            <a:ext cx="9846310" cy="159482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D7E9972-3911-371F-5631-A312038D59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5948" y="1519654"/>
            <a:ext cx="9591833" cy="111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399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1ACC11B-8A59-2D0E-DBDD-5A02B4F758BE}"/>
              </a:ext>
            </a:extLst>
          </p:cNvPr>
          <p:cNvSpPr txBox="1"/>
          <p:nvPr/>
        </p:nvSpPr>
        <p:spPr>
          <a:xfrm>
            <a:off x="5504331" y="413401"/>
            <a:ext cx="11833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Beispiel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6892AB8-86B7-FF73-5D17-9D421FF3B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274" y="1840629"/>
            <a:ext cx="10280031" cy="340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2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AD977B1-D9E2-724F-2F1D-701653AB6924}"/>
              </a:ext>
            </a:extLst>
          </p:cNvPr>
          <p:cNvSpPr txBox="1"/>
          <p:nvPr/>
        </p:nvSpPr>
        <p:spPr>
          <a:xfrm>
            <a:off x="5475509" y="421469"/>
            <a:ext cx="12409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Aufgabe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68CC3C1-788D-210F-8EB2-303E41D6FE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2929" y="2125028"/>
            <a:ext cx="9506790" cy="260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315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AD977B1-D9E2-724F-2F1D-701653AB6924}"/>
              </a:ext>
            </a:extLst>
          </p:cNvPr>
          <p:cNvSpPr txBox="1"/>
          <p:nvPr/>
        </p:nvSpPr>
        <p:spPr>
          <a:xfrm>
            <a:off x="5475509" y="421469"/>
            <a:ext cx="12409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Aufgabe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5B5645C-9784-B6C9-AA40-8F88E582FA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7418" y="2094272"/>
            <a:ext cx="8841240" cy="319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538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AD977B1-D9E2-724F-2F1D-701653AB6924}"/>
              </a:ext>
            </a:extLst>
          </p:cNvPr>
          <p:cNvSpPr txBox="1"/>
          <p:nvPr/>
        </p:nvSpPr>
        <p:spPr>
          <a:xfrm>
            <a:off x="5475509" y="421469"/>
            <a:ext cx="12409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Aufgabe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1D6DF83-9CA4-2C29-52FF-57E440F62B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0762" y="2176462"/>
            <a:ext cx="9189421" cy="302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394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AD977B1-D9E2-724F-2F1D-701653AB6924}"/>
              </a:ext>
            </a:extLst>
          </p:cNvPr>
          <p:cNvSpPr txBox="1"/>
          <p:nvPr/>
        </p:nvSpPr>
        <p:spPr>
          <a:xfrm>
            <a:off x="5475509" y="421469"/>
            <a:ext cx="12409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Aufgabe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7817FAF-88A5-B8C5-AB0F-DAFB328886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4162" y="2239194"/>
            <a:ext cx="8994496" cy="115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153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AD977B1-D9E2-724F-2F1D-701653AB6924}"/>
              </a:ext>
            </a:extLst>
          </p:cNvPr>
          <p:cNvSpPr txBox="1"/>
          <p:nvPr/>
        </p:nvSpPr>
        <p:spPr>
          <a:xfrm>
            <a:off x="5475509" y="421469"/>
            <a:ext cx="12409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Aufgabe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70197D0-1BE0-5228-2876-01E5705F85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2261" y="2094272"/>
            <a:ext cx="9220256" cy="283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239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AD977B1-D9E2-724F-2F1D-701653AB6924}"/>
              </a:ext>
            </a:extLst>
          </p:cNvPr>
          <p:cNvSpPr txBox="1"/>
          <p:nvPr/>
        </p:nvSpPr>
        <p:spPr>
          <a:xfrm>
            <a:off x="5475509" y="421469"/>
            <a:ext cx="12409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Aufgabe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3487513-A098-61FA-C3E5-85DE2E3503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3647" y="2228850"/>
            <a:ext cx="8928782" cy="146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542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AD977B1-D9E2-724F-2F1D-701653AB6924}"/>
              </a:ext>
            </a:extLst>
          </p:cNvPr>
          <p:cNvSpPr txBox="1"/>
          <p:nvPr/>
        </p:nvSpPr>
        <p:spPr>
          <a:xfrm>
            <a:off x="5475509" y="421469"/>
            <a:ext cx="12409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Aufgabe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7E783A8-47A3-2983-7A01-7BCB39C6E8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2847" y="2270619"/>
            <a:ext cx="8935812" cy="62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AD977B1-D9E2-724F-2F1D-701653AB6924}"/>
              </a:ext>
            </a:extLst>
          </p:cNvPr>
          <p:cNvSpPr txBox="1"/>
          <p:nvPr/>
        </p:nvSpPr>
        <p:spPr>
          <a:xfrm>
            <a:off x="5475509" y="421469"/>
            <a:ext cx="12409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Aufgabe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88DD0B7-25E7-C829-FB95-C9AC6EFA72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9043" y="2172928"/>
            <a:ext cx="8929616" cy="228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728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AD977B1-D9E2-724F-2F1D-701653AB6924}"/>
              </a:ext>
            </a:extLst>
          </p:cNvPr>
          <p:cNvSpPr txBox="1"/>
          <p:nvPr/>
        </p:nvSpPr>
        <p:spPr>
          <a:xfrm>
            <a:off x="5475509" y="421469"/>
            <a:ext cx="12409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Aufgabe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C78F240-3926-4150-2C4C-D0A3A6B54E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7417" y="2330246"/>
            <a:ext cx="8823655" cy="109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178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AD977B1-D9E2-724F-2F1D-701653AB6924}"/>
              </a:ext>
            </a:extLst>
          </p:cNvPr>
          <p:cNvSpPr txBox="1"/>
          <p:nvPr/>
        </p:nvSpPr>
        <p:spPr>
          <a:xfrm>
            <a:off x="5475509" y="421469"/>
            <a:ext cx="12409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Aufgabe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ABA246A-5F7D-D991-A3E5-B4C9943D5E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7417" y="2094272"/>
            <a:ext cx="8782187" cy="277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857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AD977B1-D9E2-724F-2F1D-701653AB6924}"/>
              </a:ext>
            </a:extLst>
          </p:cNvPr>
          <p:cNvSpPr txBox="1"/>
          <p:nvPr/>
        </p:nvSpPr>
        <p:spPr>
          <a:xfrm>
            <a:off x="5475509" y="421469"/>
            <a:ext cx="12409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Aufgabe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8598C70-3752-307E-C272-D221FAC456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7418" y="2094272"/>
            <a:ext cx="8832120" cy="285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1064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http://www.brandsoftheworld.com/sites/default/files/styles/logo-thumbnail/public/0020/9537/brand.gif?itok=TFoTBpqB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6437" y="283712"/>
            <a:ext cx="763906" cy="72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Bild 1" descr="BSB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0" y="274318"/>
            <a:ext cx="1169035" cy="75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Gerader Verbinder 10"/>
          <p:cNvCxnSpPr/>
          <p:nvPr/>
        </p:nvCxnSpPr>
        <p:spPr>
          <a:xfrm flipH="1">
            <a:off x="1243342" y="94891"/>
            <a:ext cx="9120" cy="66033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-47054" y="6236592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Herr Klüber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AD977B1-D9E2-724F-2F1D-701653AB6924}"/>
              </a:ext>
            </a:extLst>
          </p:cNvPr>
          <p:cNvSpPr txBox="1"/>
          <p:nvPr/>
        </p:nvSpPr>
        <p:spPr>
          <a:xfrm>
            <a:off x="5475509" y="421469"/>
            <a:ext cx="12409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Aufgabe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84BB7D0-F7C1-EE52-0465-CC9B145D7D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7418" y="2094272"/>
            <a:ext cx="8860492" cy="253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492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</Words>
  <Application>Microsoft Office PowerPoint</Application>
  <PresentationFormat>Breitbild</PresentationFormat>
  <Paragraphs>70</Paragraphs>
  <Slides>21</Slides>
  <Notes>18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2" baseType="lpstr"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administratives Konto</dc:creator>
  <cp:lastModifiedBy>Julian Klüber</cp:lastModifiedBy>
  <cp:revision>59</cp:revision>
  <cp:lastPrinted>2019-04-29T07:45:53Z</cp:lastPrinted>
  <dcterms:created xsi:type="dcterms:W3CDTF">2019-03-28T10:53:29Z</dcterms:created>
  <dcterms:modified xsi:type="dcterms:W3CDTF">2023-09-21T08:08:49Z</dcterms:modified>
</cp:coreProperties>
</file>