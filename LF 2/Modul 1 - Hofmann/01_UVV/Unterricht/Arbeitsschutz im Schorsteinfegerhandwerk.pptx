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7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8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9.xml" ContentType="application/vnd.openxmlformats-officedocument.presentationml.notesSlide+xml"/>
  <Override PartName="/ppt/ink/ink2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23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24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7" r:id="rId2"/>
    <p:sldId id="313" r:id="rId3"/>
    <p:sldId id="312" r:id="rId4"/>
    <p:sldId id="264" r:id="rId5"/>
    <p:sldId id="268" r:id="rId6"/>
    <p:sldId id="269" r:id="rId7"/>
    <p:sldId id="314" r:id="rId8"/>
    <p:sldId id="315" r:id="rId9"/>
    <p:sldId id="272" r:id="rId10"/>
    <p:sldId id="267" r:id="rId11"/>
    <p:sldId id="273" r:id="rId12"/>
    <p:sldId id="321" r:id="rId13"/>
    <p:sldId id="316" r:id="rId14"/>
    <p:sldId id="317" r:id="rId15"/>
    <p:sldId id="318" r:id="rId16"/>
    <p:sldId id="319" r:id="rId17"/>
    <p:sldId id="320" r:id="rId18"/>
    <p:sldId id="322" r:id="rId19"/>
    <p:sldId id="274" r:id="rId20"/>
    <p:sldId id="279" r:id="rId21"/>
    <p:sldId id="280" r:id="rId22"/>
    <p:sldId id="323" r:id="rId23"/>
    <p:sldId id="278" r:id="rId24"/>
    <p:sldId id="281" r:id="rId25"/>
    <p:sldId id="283" r:id="rId26"/>
    <p:sldId id="285" r:id="rId27"/>
    <p:sldId id="284" r:id="rId28"/>
    <p:sldId id="286" r:id="rId29"/>
    <p:sldId id="287" r:id="rId30"/>
    <p:sldId id="288" r:id="rId31"/>
    <p:sldId id="304" r:id="rId32"/>
    <p:sldId id="275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5" r:id="rId49"/>
    <p:sldId id="306" r:id="rId50"/>
    <p:sldId id="307" r:id="rId51"/>
    <p:sldId id="308" r:id="rId52"/>
    <p:sldId id="310" r:id="rId53"/>
    <p:sldId id="311" r:id="rId54"/>
    <p:sldId id="324" r:id="rId55"/>
    <p:sldId id="326" r:id="rId56"/>
    <p:sldId id="325" r:id="rId57"/>
    <p:sldId id="327" r:id="rId58"/>
    <p:sldId id="328" r:id="rId59"/>
    <p:sldId id="329" r:id="rId60"/>
    <p:sldId id="330" r:id="rId61"/>
    <p:sldId id="331" r:id="rId62"/>
    <p:sldId id="332" r:id="rId63"/>
    <p:sldId id="333" r:id="rId6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7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Butzkies" userId="98b8a6631d88268b" providerId="LiveId" clId="{79C1EF82-F16C-4301-83C7-84FEB78B3148}"/>
    <pc:docChg chg="modSld">
      <pc:chgData name="Vincent Butzkies" userId="98b8a6631d88268b" providerId="LiveId" clId="{79C1EF82-F16C-4301-83C7-84FEB78B3148}" dt="2025-08-26T07:26:33.570" v="6" actId="20577"/>
      <pc:docMkLst>
        <pc:docMk/>
      </pc:docMkLst>
      <pc:sldChg chg="modAnim modNotesTx">
        <pc:chgData name="Vincent Butzkies" userId="98b8a6631d88268b" providerId="LiveId" clId="{79C1EF82-F16C-4301-83C7-84FEB78B3148}" dt="2025-08-20T11:35:55.978" v="5" actId="20577"/>
        <pc:sldMkLst>
          <pc:docMk/>
          <pc:sldMk cId="3559167520" sldId="264"/>
        </pc:sldMkLst>
      </pc:sldChg>
      <pc:sldChg chg="modSp modAnim">
        <pc:chgData name="Vincent Butzkies" userId="98b8a6631d88268b" providerId="LiveId" clId="{79C1EF82-F16C-4301-83C7-84FEB78B3148}" dt="2025-08-26T07:26:33.570" v="6" actId="20577"/>
        <pc:sldMkLst>
          <pc:docMk/>
          <pc:sldMk cId="879641163" sldId="294"/>
        </pc:sldMkLst>
        <pc:spChg chg="mod">
          <ac:chgData name="Vincent Butzkies" userId="98b8a6631d88268b" providerId="LiveId" clId="{79C1EF82-F16C-4301-83C7-84FEB78B3148}" dt="2025-08-26T07:26:33.570" v="6" actId="20577"/>
          <ac:spMkLst>
            <pc:docMk/>
            <pc:sldMk cId="879641163" sldId="294"/>
            <ac:spMk id="3" creationId="{00000000-0000-0000-0000-000000000000}"/>
          </ac:spMkLst>
        </pc:spChg>
      </pc:sldChg>
    </pc:docChg>
  </pc:docChgLst>
  <pc:docChgLst>
    <pc:chgData name="Vincent Butzkies" userId="98b8a6631d88268b" providerId="LiveId" clId="{0194903C-F230-4945-9786-CAFCCDC4CEE1}"/>
    <pc:docChg chg="modSld">
      <pc:chgData name="Vincent Butzkies" userId="98b8a6631d88268b" providerId="LiveId" clId="{0194903C-F230-4945-9786-CAFCCDC4CEE1}" dt="2024-11-12T08:38:40.237" v="3" actId="20577"/>
      <pc:docMkLst>
        <pc:docMk/>
      </pc:docMkLst>
      <pc:sldChg chg="modAnim">
        <pc:chgData name="Vincent Butzkies" userId="98b8a6631d88268b" providerId="LiveId" clId="{0194903C-F230-4945-9786-CAFCCDC4CEE1}" dt="2024-11-12T07:21:07.231" v="2"/>
        <pc:sldMkLst>
          <pc:docMk/>
          <pc:sldMk cId="3023722091" sldId="278"/>
        </pc:sldMkLst>
      </pc:sldChg>
      <pc:sldChg chg="modSp mod">
        <pc:chgData name="Vincent Butzkies" userId="98b8a6631d88268b" providerId="LiveId" clId="{0194903C-F230-4945-9786-CAFCCDC4CEE1}" dt="2024-11-12T08:38:40.237" v="3" actId="20577"/>
        <pc:sldMkLst>
          <pc:docMk/>
          <pc:sldMk cId="3642941903" sldId="296"/>
        </pc:sldMkLst>
      </pc:sldChg>
    </pc:docChg>
  </pc:docChgLst>
  <pc:docChgLst>
    <pc:chgData name="Vincent Butzkies" userId="98b8a6631d88268b" providerId="LiveId" clId="{0214D938-C887-440C-AA32-0E10F672986D}"/>
    <pc:docChg chg="undo custSel addSld delSld modSld sldOrd">
      <pc:chgData name="Vincent Butzkies" userId="98b8a6631d88268b" providerId="LiveId" clId="{0214D938-C887-440C-AA32-0E10F672986D}" dt="2023-11-20T16:12:07.174" v="884" actId="404"/>
      <pc:docMkLst>
        <pc:docMk/>
      </pc:docMkLst>
      <pc:sldChg chg="addSp modSp mod">
        <pc:chgData name="Vincent Butzkies" userId="98b8a6631d88268b" providerId="LiveId" clId="{0214D938-C887-440C-AA32-0E10F672986D}" dt="2023-11-20T14:55:15.932" v="92" actId="1076"/>
        <pc:sldMkLst>
          <pc:docMk/>
          <pc:sldMk cId="0" sldId="257"/>
        </pc:sldMkLst>
      </pc:sldChg>
      <pc:sldChg chg="addSp modSp del mod ord">
        <pc:chgData name="Vincent Butzkies" userId="98b8a6631d88268b" providerId="LiveId" clId="{0214D938-C887-440C-AA32-0E10F672986D}" dt="2023-11-20T15:10:13.104" v="361" actId="47"/>
        <pc:sldMkLst>
          <pc:docMk/>
          <pc:sldMk cId="1920696212" sldId="258"/>
        </pc:sldMkLst>
      </pc:sldChg>
      <pc:sldChg chg="addSp modSp mod">
        <pc:chgData name="Vincent Butzkies" userId="98b8a6631d88268b" providerId="LiveId" clId="{0214D938-C887-440C-AA32-0E10F672986D}" dt="2023-11-20T15:09:52.024" v="360" actId="20577"/>
        <pc:sldMkLst>
          <pc:docMk/>
          <pc:sldMk cId="3559167520" sldId="264"/>
        </pc:sldMkLst>
      </pc:sldChg>
      <pc:sldChg chg="addSp modSp">
        <pc:chgData name="Vincent Butzkies" userId="98b8a6631d88268b" providerId="LiveId" clId="{0214D938-C887-440C-AA32-0E10F672986D}" dt="2023-11-20T14:47:31.226" v="7"/>
        <pc:sldMkLst>
          <pc:docMk/>
          <pc:sldMk cId="2558536439" sldId="267"/>
        </pc:sldMkLst>
      </pc:sldChg>
      <pc:sldChg chg="addSp modSp">
        <pc:chgData name="Vincent Butzkies" userId="98b8a6631d88268b" providerId="LiveId" clId="{0214D938-C887-440C-AA32-0E10F672986D}" dt="2023-11-20T14:47:25.670" v="3"/>
        <pc:sldMkLst>
          <pc:docMk/>
          <pc:sldMk cId="1369097137" sldId="268"/>
        </pc:sldMkLst>
      </pc:sldChg>
      <pc:sldChg chg="addSp delSp modSp mod">
        <pc:chgData name="Vincent Butzkies" userId="98b8a6631d88268b" providerId="LiveId" clId="{0214D938-C887-440C-AA32-0E10F672986D}" dt="2023-11-20T15:10:35.923" v="362" actId="478"/>
        <pc:sldMkLst>
          <pc:docMk/>
          <pc:sldMk cId="4269081528" sldId="269"/>
        </pc:sldMkLst>
      </pc:sldChg>
      <pc:sldChg chg="addSp delSp modSp del mod">
        <pc:chgData name="Vincent Butzkies" userId="98b8a6631d88268b" providerId="LiveId" clId="{0214D938-C887-440C-AA32-0E10F672986D}" dt="2023-11-20T15:12:58.730" v="387" actId="47"/>
        <pc:sldMkLst>
          <pc:docMk/>
          <pc:sldMk cId="2711740510" sldId="270"/>
        </pc:sldMkLst>
      </pc:sldChg>
      <pc:sldChg chg="addSp modSp modNotesTx">
        <pc:chgData name="Vincent Butzkies" userId="98b8a6631d88268b" providerId="LiveId" clId="{0214D938-C887-440C-AA32-0E10F672986D}" dt="2023-11-20T15:42:50.283" v="592" actId="20577"/>
        <pc:sldMkLst>
          <pc:docMk/>
          <pc:sldMk cId="2873058985" sldId="272"/>
        </pc:sldMkLst>
      </pc:sldChg>
      <pc:sldChg chg="addSp delSp modSp mod">
        <pc:chgData name="Vincent Butzkies" userId="98b8a6631d88268b" providerId="LiveId" clId="{0214D938-C887-440C-AA32-0E10F672986D}" dt="2023-11-20T15:17:58.091" v="418" actId="9405"/>
        <pc:sldMkLst>
          <pc:docMk/>
          <pc:sldMk cId="2093921471" sldId="273"/>
        </pc:sldMkLst>
      </pc:sldChg>
      <pc:sldChg chg="addSp modSp">
        <pc:chgData name="Vincent Butzkies" userId="98b8a6631d88268b" providerId="LiveId" clId="{0214D938-C887-440C-AA32-0E10F672986D}" dt="2023-11-20T14:47:39.305" v="13"/>
        <pc:sldMkLst>
          <pc:docMk/>
          <pc:sldMk cId="1244426603" sldId="274"/>
        </pc:sldMkLst>
      </pc:sldChg>
      <pc:sldChg chg="addSp modSp">
        <pc:chgData name="Vincent Butzkies" userId="98b8a6631d88268b" providerId="LiveId" clId="{0214D938-C887-440C-AA32-0E10F672986D}" dt="2023-11-20T14:48:03.584" v="25"/>
        <pc:sldMkLst>
          <pc:docMk/>
          <pc:sldMk cId="1318945758" sldId="275"/>
        </pc:sldMkLst>
      </pc:sldChg>
      <pc:sldChg chg="addSp modSp modAnim">
        <pc:chgData name="Vincent Butzkies" userId="98b8a6631d88268b" providerId="LiveId" clId="{0214D938-C887-440C-AA32-0E10F672986D}" dt="2023-11-20T15:21:01.600" v="434"/>
        <pc:sldMkLst>
          <pc:docMk/>
          <pc:sldMk cId="3023722091" sldId="278"/>
        </pc:sldMkLst>
      </pc:sldChg>
      <pc:sldChg chg="addSp delSp modSp mod">
        <pc:chgData name="Vincent Butzkies" userId="98b8a6631d88268b" providerId="LiveId" clId="{0214D938-C887-440C-AA32-0E10F672986D}" dt="2023-11-20T15:18:47.040" v="419" actId="478"/>
        <pc:sldMkLst>
          <pc:docMk/>
          <pc:sldMk cId="983078171" sldId="279"/>
        </pc:sldMkLst>
      </pc:sldChg>
      <pc:sldChg chg="addSp modSp">
        <pc:chgData name="Vincent Butzkies" userId="98b8a6631d88268b" providerId="LiveId" clId="{0214D938-C887-440C-AA32-0E10F672986D}" dt="2023-11-20T14:47:42.463" v="15"/>
        <pc:sldMkLst>
          <pc:docMk/>
          <pc:sldMk cId="1072460034" sldId="280"/>
        </pc:sldMkLst>
      </pc:sldChg>
      <pc:sldChg chg="addSp modSp modAnim">
        <pc:chgData name="Vincent Butzkies" userId="98b8a6631d88268b" providerId="LiveId" clId="{0214D938-C887-440C-AA32-0E10F672986D}" dt="2023-11-20T15:21:37.671" v="437"/>
        <pc:sldMkLst>
          <pc:docMk/>
          <pc:sldMk cId="3925302436" sldId="281"/>
        </pc:sldMkLst>
      </pc:sldChg>
      <pc:sldChg chg="addSp modSp">
        <pc:chgData name="Vincent Butzkies" userId="98b8a6631d88268b" providerId="LiveId" clId="{0214D938-C887-440C-AA32-0E10F672986D}" dt="2023-11-20T14:47:52.850" v="18"/>
        <pc:sldMkLst>
          <pc:docMk/>
          <pc:sldMk cId="199753382" sldId="283"/>
        </pc:sldMkLst>
      </pc:sldChg>
      <pc:sldChg chg="addSp modSp">
        <pc:chgData name="Vincent Butzkies" userId="98b8a6631d88268b" providerId="LiveId" clId="{0214D938-C887-440C-AA32-0E10F672986D}" dt="2023-11-20T14:47:57" v="20"/>
        <pc:sldMkLst>
          <pc:docMk/>
          <pc:sldMk cId="1663849531" sldId="284"/>
        </pc:sldMkLst>
      </pc:sldChg>
      <pc:sldChg chg="addSp delSp modSp mod">
        <pc:chgData name="Vincent Butzkies" userId="98b8a6631d88268b" providerId="LiveId" clId="{0214D938-C887-440C-AA32-0E10F672986D}" dt="2023-11-20T15:21:47.692" v="438" actId="478"/>
        <pc:sldMkLst>
          <pc:docMk/>
          <pc:sldMk cId="2375918073" sldId="285"/>
        </pc:sldMkLst>
      </pc:sldChg>
      <pc:sldChg chg="addSp modSp">
        <pc:chgData name="Vincent Butzkies" userId="98b8a6631d88268b" providerId="LiveId" clId="{0214D938-C887-440C-AA32-0E10F672986D}" dt="2023-11-20T14:47:58.791" v="21"/>
        <pc:sldMkLst>
          <pc:docMk/>
          <pc:sldMk cId="1664880468" sldId="286"/>
        </pc:sldMkLst>
      </pc:sldChg>
      <pc:sldChg chg="addSp modSp">
        <pc:chgData name="Vincent Butzkies" userId="98b8a6631d88268b" providerId="LiveId" clId="{0214D938-C887-440C-AA32-0E10F672986D}" dt="2023-11-20T14:48:00" v="22"/>
        <pc:sldMkLst>
          <pc:docMk/>
          <pc:sldMk cId="4008745365" sldId="287"/>
        </pc:sldMkLst>
      </pc:sldChg>
      <pc:sldChg chg="addSp modSp">
        <pc:chgData name="Vincent Butzkies" userId="98b8a6631d88268b" providerId="LiveId" clId="{0214D938-C887-440C-AA32-0E10F672986D}" dt="2023-11-20T14:48:01.226" v="23"/>
        <pc:sldMkLst>
          <pc:docMk/>
          <pc:sldMk cId="3164349003" sldId="288"/>
        </pc:sldMkLst>
      </pc:sldChg>
      <pc:sldChg chg="addSp modSp">
        <pc:chgData name="Vincent Butzkies" userId="98b8a6631d88268b" providerId="LiveId" clId="{0214D938-C887-440C-AA32-0E10F672986D}" dt="2023-11-20T14:48:05.297" v="26"/>
        <pc:sldMkLst>
          <pc:docMk/>
          <pc:sldMk cId="2287220312" sldId="289"/>
        </pc:sldMkLst>
      </pc:sldChg>
      <pc:sldChg chg="addSp modSp">
        <pc:chgData name="Vincent Butzkies" userId="98b8a6631d88268b" providerId="LiveId" clId="{0214D938-C887-440C-AA32-0E10F672986D}" dt="2023-11-20T14:48:06.725" v="27"/>
        <pc:sldMkLst>
          <pc:docMk/>
          <pc:sldMk cId="2560753829" sldId="290"/>
        </pc:sldMkLst>
      </pc:sldChg>
      <pc:sldChg chg="addSp modSp">
        <pc:chgData name="Vincent Butzkies" userId="98b8a6631d88268b" providerId="LiveId" clId="{0214D938-C887-440C-AA32-0E10F672986D}" dt="2023-11-20T14:48:07.873" v="28"/>
        <pc:sldMkLst>
          <pc:docMk/>
          <pc:sldMk cId="2979138275" sldId="291"/>
        </pc:sldMkLst>
      </pc:sldChg>
      <pc:sldChg chg="addSp modSp modAnim">
        <pc:chgData name="Vincent Butzkies" userId="98b8a6631d88268b" providerId="LiveId" clId="{0214D938-C887-440C-AA32-0E10F672986D}" dt="2023-11-20T15:22:53.106" v="443"/>
        <pc:sldMkLst>
          <pc:docMk/>
          <pc:sldMk cId="4025970614" sldId="292"/>
        </pc:sldMkLst>
      </pc:sldChg>
      <pc:sldChg chg="addSp modSp">
        <pc:chgData name="Vincent Butzkies" userId="98b8a6631d88268b" providerId="LiveId" clId="{0214D938-C887-440C-AA32-0E10F672986D}" dt="2023-11-20T14:48:10.465" v="30"/>
        <pc:sldMkLst>
          <pc:docMk/>
          <pc:sldMk cId="3658575697" sldId="293"/>
        </pc:sldMkLst>
      </pc:sldChg>
      <pc:sldChg chg="addSp modSp modAnim">
        <pc:chgData name="Vincent Butzkies" userId="98b8a6631d88268b" providerId="LiveId" clId="{0214D938-C887-440C-AA32-0E10F672986D}" dt="2023-11-20T15:23:01.986" v="446"/>
        <pc:sldMkLst>
          <pc:docMk/>
          <pc:sldMk cId="879641163" sldId="294"/>
        </pc:sldMkLst>
      </pc:sldChg>
      <pc:sldChg chg="addSp modSp">
        <pc:chgData name="Vincent Butzkies" userId="98b8a6631d88268b" providerId="LiveId" clId="{0214D938-C887-440C-AA32-0E10F672986D}" dt="2023-11-20T14:48:13.151" v="32"/>
        <pc:sldMkLst>
          <pc:docMk/>
          <pc:sldMk cId="938728004" sldId="295"/>
        </pc:sldMkLst>
      </pc:sldChg>
      <pc:sldChg chg="addSp modSp">
        <pc:chgData name="Vincent Butzkies" userId="98b8a6631d88268b" providerId="LiveId" clId="{0214D938-C887-440C-AA32-0E10F672986D}" dt="2023-11-20T14:48:14.126" v="33"/>
        <pc:sldMkLst>
          <pc:docMk/>
          <pc:sldMk cId="3642941903" sldId="296"/>
        </pc:sldMkLst>
      </pc:sldChg>
      <pc:sldChg chg="addSp modSp">
        <pc:chgData name="Vincent Butzkies" userId="98b8a6631d88268b" providerId="LiveId" clId="{0214D938-C887-440C-AA32-0E10F672986D}" dt="2023-11-20T14:48:14.550" v="34"/>
        <pc:sldMkLst>
          <pc:docMk/>
          <pc:sldMk cId="4179536961" sldId="297"/>
        </pc:sldMkLst>
      </pc:sldChg>
      <pc:sldChg chg="addSp modSp">
        <pc:chgData name="Vincent Butzkies" userId="98b8a6631d88268b" providerId="LiveId" clId="{0214D938-C887-440C-AA32-0E10F672986D}" dt="2023-11-20T14:48:16.371" v="35"/>
        <pc:sldMkLst>
          <pc:docMk/>
          <pc:sldMk cId="3383728484" sldId="298"/>
        </pc:sldMkLst>
      </pc:sldChg>
      <pc:sldChg chg="addSp modSp">
        <pc:chgData name="Vincent Butzkies" userId="98b8a6631d88268b" providerId="LiveId" clId="{0214D938-C887-440C-AA32-0E10F672986D}" dt="2023-11-20T14:48:17.219" v="36"/>
        <pc:sldMkLst>
          <pc:docMk/>
          <pc:sldMk cId="4191001872" sldId="299"/>
        </pc:sldMkLst>
      </pc:sldChg>
      <pc:sldChg chg="addSp modSp">
        <pc:chgData name="Vincent Butzkies" userId="98b8a6631d88268b" providerId="LiveId" clId="{0214D938-C887-440C-AA32-0E10F672986D}" dt="2023-11-20T14:48:17.846" v="37"/>
        <pc:sldMkLst>
          <pc:docMk/>
          <pc:sldMk cId="786507977" sldId="300"/>
        </pc:sldMkLst>
      </pc:sldChg>
      <pc:sldChg chg="addSp modSp">
        <pc:chgData name="Vincent Butzkies" userId="98b8a6631d88268b" providerId="LiveId" clId="{0214D938-C887-440C-AA32-0E10F672986D}" dt="2023-11-20T14:48:19.480" v="38"/>
        <pc:sldMkLst>
          <pc:docMk/>
          <pc:sldMk cId="2401237751" sldId="301"/>
        </pc:sldMkLst>
      </pc:sldChg>
      <pc:sldChg chg="addSp modSp">
        <pc:chgData name="Vincent Butzkies" userId="98b8a6631d88268b" providerId="LiveId" clId="{0214D938-C887-440C-AA32-0E10F672986D}" dt="2023-11-20T14:48:20.424" v="39"/>
        <pc:sldMkLst>
          <pc:docMk/>
          <pc:sldMk cId="2738734102" sldId="302"/>
        </pc:sldMkLst>
      </pc:sldChg>
      <pc:sldChg chg="addSp modSp">
        <pc:chgData name="Vincent Butzkies" userId="98b8a6631d88268b" providerId="LiveId" clId="{0214D938-C887-440C-AA32-0E10F672986D}" dt="2023-11-20T14:48:21.115" v="40"/>
        <pc:sldMkLst>
          <pc:docMk/>
          <pc:sldMk cId="1344369" sldId="303"/>
        </pc:sldMkLst>
      </pc:sldChg>
      <pc:sldChg chg="addSp delSp modSp mod">
        <pc:chgData name="Vincent Butzkies" userId="98b8a6631d88268b" providerId="LiveId" clId="{0214D938-C887-440C-AA32-0E10F672986D}" dt="2023-11-20T15:22:04.955" v="439" actId="478"/>
        <pc:sldMkLst>
          <pc:docMk/>
          <pc:sldMk cId="1767526196" sldId="304"/>
        </pc:sldMkLst>
      </pc:sldChg>
      <pc:sldChg chg="addSp modSp">
        <pc:chgData name="Vincent Butzkies" userId="98b8a6631d88268b" providerId="LiveId" clId="{0214D938-C887-440C-AA32-0E10F672986D}" dt="2023-11-20T14:48:21.869" v="41"/>
        <pc:sldMkLst>
          <pc:docMk/>
          <pc:sldMk cId="3880265977" sldId="305"/>
        </pc:sldMkLst>
      </pc:sldChg>
      <pc:sldChg chg="addSp modSp">
        <pc:chgData name="Vincent Butzkies" userId="98b8a6631d88268b" providerId="LiveId" clId="{0214D938-C887-440C-AA32-0E10F672986D}" dt="2023-11-20T14:48:22.891" v="42"/>
        <pc:sldMkLst>
          <pc:docMk/>
          <pc:sldMk cId="1870593346" sldId="306"/>
        </pc:sldMkLst>
      </pc:sldChg>
      <pc:sldChg chg="addSp modSp">
        <pc:chgData name="Vincent Butzkies" userId="98b8a6631d88268b" providerId="LiveId" clId="{0214D938-C887-440C-AA32-0E10F672986D}" dt="2023-11-20T14:48:23.770" v="43"/>
        <pc:sldMkLst>
          <pc:docMk/>
          <pc:sldMk cId="2698503889" sldId="307"/>
        </pc:sldMkLst>
      </pc:sldChg>
      <pc:sldChg chg="addSp modSp">
        <pc:chgData name="Vincent Butzkies" userId="98b8a6631d88268b" providerId="LiveId" clId="{0214D938-C887-440C-AA32-0E10F672986D}" dt="2023-11-20T14:48:24.509" v="44"/>
        <pc:sldMkLst>
          <pc:docMk/>
          <pc:sldMk cId="1811761545" sldId="308"/>
        </pc:sldMkLst>
      </pc:sldChg>
      <pc:sldChg chg="addSp modSp">
        <pc:chgData name="Vincent Butzkies" userId="98b8a6631d88268b" providerId="LiveId" clId="{0214D938-C887-440C-AA32-0E10F672986D}" dt="2023-11-20T14:48:25.424" v="45"/>
        <pc:sldMkLst>
          <pc:docMk/>
          <pc:sldMk cId="1449286805" sldId="310"/>
        </pc:sldMkLst>
      </pc:sldChg>
      <pc:sldChg chg="addSp modSp">
        <pc:chgData name="Vincent Butzkies" userId="98b8a6631d88268b" providerId="LiveId" clId="{0214D938-C887-440C-AA32-0E10F672986D}" dt="2023-11-20T14:48:26.034" v="46"/>
        <pc:sldMkLst>
          <pc:docMk/>
          <pc:sldMk cId="585581159" sldId="311"/>
        </pc:sldMkLst>
      </pc:sldChg>
      <pc:sldChg chg="modSp add mod">
        <pc:chgData name="Vincent Butzkies" userId="98b8a6631d88268b" providerId="LiveId" clId="{0214D938-C887-440C-AA32-0E10F672986D}" dt="2023-11-20T15:08:52.224" v="225" actId="20577"/>
        <pc:sldMkLst>
          <pc:docMk/>
          <pc:sldMk cId="924345320" sldId="312"/>
        </pc:sldMkLst>
      </pc:sldChg>
      <pc:sldChg chg="add del">
        <pc:chgData name="Vincent Butzkies" userId="98b8a6631d88268b" providerId="LiveId" clId="{0214D938-C887-440C-AA32-0E10F672986D}" dt="2023-11-20T14:55:00.193" v="86"/>
        <pc:sldMkLst>
          <pc:docMk/>
          <pc:sldMk cId="683016368" sldId="313"/>
        </pc:sldMkLst>
      </pc:sldChg>
      <pc:sldChg chg="add del">
        <pc:chgData name="Vincent Butzkies" userId="98b8a6631d88268b" providerId="LiveId" clId="{0214D938-C887-440C-AA32-0E10F672986D}" dt="2023-11-20T14:55:18.336" v="93" actId="47"/>
        <pc:sldMkLst>
          <pc:docMk/>
          <pc:sldMk cId="1142919371" sldId="313"/>
        </pc:sldMkLst>
      </pc:sldChg>
      <pc:sldChg chg="modSp add mod modAnim">
        <pc:chgData name="Vincent Butzkies" userId="98b8a6631d88268b" providerId="LiveId" clId="{0214D938-C887-440C-AA32-0E10F672986D}" dt="2023-11-20T14:57:35.360" v="157"/>
        <pc:sldMkLst>
          <pc:docMk/>
          <pc:sldMk cId="1796230314" sldId="313"/>
        </pc:sldMkLst>
      </pc:sldChg>
      <pc:sldChg chg="addSp modSp add mod modAnim">
        <pc:chgData name="Vincent Butzkies" userId="98b8a6631d88268b" providerId="LiveId" clId="{0214D938-C887-440C-AA32-0E10F672986D}" dt="2023-11-20T15:12:55.655" v="386"/>
        <pc:sldMkLst>
          <pc:docMk/>
          <pc:sldMk cId="1290119468" sldId="314"/>
        </pc:sldMkLst>
      </pc:sldChg>
      <pc:sldChg chg="modSp add mod modAnim">
        <pc:chgData name="Vincent Butzkies" userId="98b8a6631d88268b" providerId="LiveId" clId="{0214D938-C887-440C-AA32-0E10F672986D}" dt="2023-11-20T15:13:41.695" v="390" actId="27636"/>
        <pc:sldMkLst>
          <pc:docMk/>
          <pc:sldMk cId="1312457384" sldId="315"/>
        </pc:sldMkLst>
      </pc:sldChg>
      <pc:sldChg chg="addSp add mod">
        <pc:chgData name="Vincent Butzkies" userId="98b8a6631d88268b" providerId="LiveId" clId="{0214D938-C887-440C-AA32-0E10F672986D}" dt="2023-11-20T15:17:31.074" v="410" actId="9405"/>
        <pc:sldMkLst>
          <pc:docMk/>
          <pc:sldMk cId="1319492076" sldId="316"/>
        </pc:sldMkLst>
      </pc:sldChg>
      <pc:sldChg chg="addSp add mod">
        <pc:chgData name="Vincent Butzkies" userId="98b8a6631d88268b" providerId="LiveId" clId="{0214D938-C887-440C-AA32-0E10F672986D}" dt="2023-11-20T15:17:21.062" v="406" actId="9405"/>
        <pc:sldMkLst>
          <pc:docMk/>
          <pc:sldMk cId="3611065597" sldId="317"/>
        </pc:sldMkLst>
      </pc:sldChg>
      <pc:sldChg chg="addSp add mod">
        <pc:chgData name="Vincent Butzkies" userId="98b8a6631d88268b" providerId="LiveId" clId="{0214D938-C887-440C-AA32-0E10F672986D}" dt="2023-11-20T15:17:13.644" v="403" actId="9405"/>
        <pc:sldMkLst>
          <pc:docMk/>
          <pc:sldMk cId="308665070" sldId="318"/>
        </pc:sldMkLst>
      </pc:sldChg>
      <pc:sldChg chg="addSp add mod">
        <pc:chgData name="Vincent Butzkies" userId="98b8a6631d88268b" providerId="LiveId" clId="{0214D938-C887-440C-AA32-0E10F672986D}" dt="2023-11-20T15:17:08.566" v="401" actId="9405"/>
        <pc:sldMkLst>
          <pc:docMk/>
          <pc:sldMk cId="1723700481" sldId="319"/>
        </pc:sldMkLst>
      </pc:sldChg>
      <pc:sldChg chg="addSp delSp add mod">
        <pc:chgData name="Vincent Butzkies" userId="98b8a6631d88268b" providerId="LiveId" clId="{0214D938-C887-440C-AA32-0E10F672986D}" dt="2023-11-20T15:17:04.981" v="400" actId="9405"/>
        <pc:sldMkLst>
          <pc:docMk/>
          <pc:sldMk cId="3967746096" sldId="320"/>
        </pc:sldMkLst>
      </pc:sldChg>
      <pc:sldChg chg="add">
        <pc:chgData name="Vincent Butzkies" userId="98b8a6631d88268b" providerId="LiveId" clId="{0214D938-C887-440C-AA32-0E10F672986D}" dt="2023-11-20T15:17:49.346" v="416"/>
        <pc:sldMkLst>
          <pc:docMk/>
          <pc:sldMk cId="2800997944" sldId="321"/>
        </pc:sldMkLst>
      </pc:sldChg>
      <pc:sldChg chg="modSp add mod">
        <pc:chgData name="Vincent Butzkies" userId="98b8a6631d88268b" providerId="LiveId" clId="{0214D938-C887-440C-AA32-0E10F672986D}" dt="2023-11-20T15:19:09.039" v="422" actId="27636"/>
        <pc:sldMkLst>
          <pc:docMk/>
          <pc:sldMk cId="936041085" sldId="322"/>
        </pc:sldMkLst>
      </pc:sldChg>
      <pc:sldChg chg="modSp add mod modAnim">
        <pc:chgData name="Vincent Butzkies" userId="98b8a6631d88268b" providerId="LiveId" clId="{0214D938-C887-440C-AA32-0E10F672986D}" dt="2023-11-20T15:20:34.804" v="431"/>
        <pc:sldMkLst>
          <pc:docMk/>
          <pc:sldMk cId="2671543978" sldId="323"/>
        </pc:sldMkLst>
      </pc:sldChg>
      <pc:sldChg chg="addSp delSp modSp add mod">
        <pc:chgData name="Vincent Butzkies" userId="98b8a6631d88268b" providerId="LiveId" clId="{0214D938-C887-440C-AA32-0E10F672986D}" dt="2023-11-20T15:25:52.258" v="455" actId="1076"/>
        <pc:sldMkLst>
          <pc:docMk/>
          <pc:sldMk cId="1767900931" sldId="324"/>
        </pc:sldMkLst>
      </pc:sldChg>
      <pc:sldChg chg="addSp delSp modSp add mod">
        <pc:chgData name="Vincent Butzkies" userId="98b8a6631d88268b" providerId="LiveId" clId="{0214D938-C887-440C-AA32-0E10F672986D}" dt="2023-11-20T15:28:38.025" v="473" actId="1076"/>
        <pc:sldMkLst>
          <pc:docMk/>
          <pc:sldMk cId="1509375079" sldId="325"/>
        </pc:sldMkLst>
      </pc:sldChg>
      <pc:sldChg chg="addSp delSp modSp add mod">
        <pc:chgData name="Vincent Butzkies" userId="98b8a6631d88268b" providerId="LiveId" clId="{0214D938-C887-440C-AA32-0E10F672986D}" dt="2023-11-20T15:26:27.324" v="463" actId="1076"/>
        <pc:sldMkLst>
          <pc:docMk/>
          <pc:sldMk cId="2437428865" sldId="326"/>
        </pc:sldMkLst>
      </pc:sldChg>
      <pc:sldChg chg="addSp delSp add">
        <pc:chgData name="Vincent Butzkies" userId="98b8a6631d88268b" providerId="LiveId" clId="{0214D938-C887-440C-AA32-0E10F672986D}" dt="2023-11-20T15:29:13.085" v="480"/>
        <pc:sldMkLst>
          <pc:docMk/>
          <pc:sldMk cId="3435679099" sldId="327"/>
        </pc:sldMkLst>
      </pc:sldChg>
      <pc:sldChg chg="delSp modSp add mod">
        <pc:chgData name="Vincent Butzkies" userId="98b8a6631d88268b" providerId="LiveId" clId="{0214D938-C887-440C-AA32-0E10F672986D}" dt="2023-11-20T15:37:12.992" v="522" actId="1076"/>
        <pc:sldMkLst>
          <pc:docMk/>
          <pc:sldMk cId="191369951" sldId="328"/>
        </pc:sldMkLst>
      </pc:sldChg>
      <pc:sldChg chg="addSp delSp modSp add mod">
        <pc:chgData name="Vincent Butzkies" userId="98b8a6631d88268b" providerId="LiveId" clId="{0214D938-C887-440C-AA32-0E10F672986D}" dt="2023-11-20T15:37:55.324" v="544" actId="1076"/>
        <pc:sldMkLst>
          <pc:docMk/>
          <pc:sldMk cId="2093623093" sldId="329"/>
        </pc:sldMkLst>
      </pc:sldChg>
      <pc:sldChg chg="addSp modSp add mod">
        <pc:chgData name="Vincent Butzkies" userId="98b8a6631d88268b" providerId="LiveId" clId="{0214D938-C887-440C-AA32-0E10F672986D}" dt="2023-11-20T15:43:54.997" v="595" actId="1076"/>
        <pc:sldMkLst>
          <pc:docMk/>
          <pc:sldMk cId="626385476" sldId="330"/>
        </pc:sldMkLst>
      </pc:sldChg>
      <pc:sldChg chg="addSp modSp add mod">
        <pc:chgData name="Vincent Butzkies" userId="98b8a6631d88268b" providerId="LiveId" clId="{0214D938-C887-440C-AA32-0E10F672986D}" dt="2023-11-20T15:44:30.464" v="601" actId="1076"/>
        <pc:sldMkLst>
          <pc:docMk/>
          <pc:sldMk cId="784143515" sldId="331"/>
        </pc:sldMkLst>
      </pc:sldChg>
      <pc:sldChg chg="modSp add mod">
        <pc:chgData name="Vincent Butzkies" userId="98b8a6631d88268b" providerId="LiveId" clId="{0214D938-C887-440C-AA32-0E10F672986D}" dt="2023-11-20T16:10:31.206" v="826" actId="20577"/>
        <pc:sldMkLst>
          <pc:docMk/>
          <pc:sldMk cId="2417070909" sldId="332"/>
        </pc:sldMkLst>
      </pc:sldChg>
      <pc:sldChg chg="modSp add mod">
        <pc:chgData name="Vincent Butzkies" userId="98b8a6631d88268b" providerId="LiveId" clId="{0214D938-C887-440C-AA32-0E10F672986D}" dt="2023-11-20T16:12:07.174" v="884" actId="404"/>
        <pc:sldMkLst>
          <pc:docMk/>
          <pc:sldMk cId="1074471790" sldId="333"/>
        </pc:sldMkLst>
      </pc:sldChg>
      <pc:sldChg chg="add del">
        <pc:chgData name="Vincent Butzkies" userId="98b8a6631d88268b" providerId="LiveId" clId="{0214D938-C887-440C-AA32-0E10F672986D}" dt="2023-11-20T16:11:13.052" v="827" actId="47"/>
        <pc:sldMkLst>
          <pc:docMk/>
          <pc:sldMk cId="2205008489" sldId="333"/>
        </pc:sldMkLst>
      </pc:sldChg>
      <pc:sldChg chg="add del">
        <pc:chgData name="Vincent Butzkies" userId="98b8a6631d88268b" providerId="LiveId" clId="{0214D938-C887-440C-AA32-0E10F672986D}" dt="2023-11-20T16:11:32.821" v="828" actId="47"/>
        <pc:sldMkLst>
          <pc:docMk/>
          <pc:sldMk cId="301986572" sldId="33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7.1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283 1 24575,'562'0'0,"-510"5"0,-52-5 0,1 1 0,0-1 0,0 0 0,-1 0 0,1 0 0,0 1 0,0-1 0,-1 0 0,1 1 0,0-1 0,-1 1 0,1-1 0,0 1 0,-1-1 0,1 1 0,-1-1 0,1 1 0,-1 0 0,1-1 0,-1 1 0,0 0 0,1 0 0,-1 1 0,0-1 0,-1 0 0,1 0 0,0 0 0,-1 0 0,1 0 0,-1 0 0,1 0 0,-1 0 0,0 0 0,1 0 0,-1 0 0,0 0 0,0 0 0,0 0 0,1-1 0,-1 1 0,0 0 0,0-1 0,0 1 0,-2 0 0,-6 4 0,0 1 0,0-2 0,-1 0 0,0 0 0,1 0 0,-2-1 0,-14 2 0,-79 8 0,77-11 0,-322 29 0,309-26 14,1 3 0,1 0 0,-67 25-1,4 0-1433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8.4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156 146 24575,'-4'3'0,"0"0"0,0-1 0,-1 1 0,1-1 0,0 0 0,-1 0 0,0-1 0,1 0 0,-1 1 0,0-2 0,0 1 0,-7 0 0,0 0 0,0-1 0,0 0 0,-22-4 0,33 4 0,0 0 0,1 0 0,-1 0 0,0 0 0,1 0 0,-1 0 0,0 0 0,0 0 0,1 0 0,-1 0 0,0 0 0,1-1 0,-1 1 0,0 0 0,1-1 0,-1 1 0,1 0 0,-1-1 0,0 1 0,1-1 0,-1 1 0,1 0 0,-1-1 0,1 0 0,0 1 0,-1-1 0,1 1 0,-1-1 0,1 1 0,0-1 0,-1 0 0,1 1 0,0-1 0,0 0 0,0 1 0,0-1 0,-1 0 0,1 0 0,0 1 0,0-1 0,0 0 0,0 1 0,0-1 0,1 0 0,-1 1 0,0-1 0,0 0 0,0 1 0,1-1 0,-1 0 0,0 1 0,1-1 0,-1 0 0,0 1 0,1-1 0,-1 1 0,1-1 0,-1 1 0,1-1 0,-1 1 0,1-1 0,-1 1 0,1 0 0,0-1 0,-1 1 0,1-1 0,45-32 0,-42 30 0,18-10 0,0 0 0,1 1 0,0 1 0,0 1 0,1 2 0,1 0 0,0 1 0,0 2 0,0 0 0,0 2 0,39-1 0,-48 5-101,-3-2 147,0 1 1,0 1 0,0 1 0,19 3 0,-29-4-115,0 0 0,1 1 0,-1-1 0,0 1-1,0-1 1,0 1 0,0 0 0,0 0 0,0 0 0,0 1 0,-1-1 0,1 0 0,-1 1 0,0 0 0,0 0-1,0 0 1,0 0 0,0 0 0,0 0 0,-1 0 0,2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9.7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537 101 24575,'-1'1'0,"1"1"0,0 0 0,0 0 0,-1 0 0,1-1 0,-1 1 0,0 0 0,1 0 0,-1-1 0,0 1 0,0-1 0,0 1 0,0-1 0,-1 1 0,1-1 0,0 0 0,0 1 0,-1-1 0,1 0 0,-1 0 0,1 0 0,-1 0 0,1 0 0,-1 0 0,0-1 0,0 1 0,1 0 0,-1-1 0,0 1 0,-2-1 0,-8 3 0,0-1 0,0-1 0,-19 0 0,18 0 0,-237 0 0,178-2 0,67 1 0,-1 0 0,0 0 0,0-1 0,1 0 0,-1 0 0,0-1 0,1 0 0,-1 0 0,1 0 0,0 0 0,-8-5 0,11 5 0,0 1 0,0-1 0,1 1 0,-1-1 0,1 0 0,-1 0 0,1 0 0,-1 0 0,1 0 0,0 0 0,0 0 0,0 0 0,0 0 0,0 0 0,1-1 0,-1 1 0,1 0 0,-1-1 0,1 1 0,0 0 0,0-1 0,0 1 0,0 0 0,1-1 0,-1 1 0,0 0 0,1 0 0,0-1 0,-1 1 0,1 0 0,1-3 0,1 2 0,-1-1 0,0 1 0,1-1 0,-1 1 0,1 0 0,0 0 0,0 1 0,0-1 0,0 1 0,1-1 0,-1 1 0,1 0 0,-1 0 0,1 0 0,0 1 0,0-1 0,0 1 0,0 0 0,0 0 0,5 0 0,13-3 0,1 2 0,30-1 0,-39 3 0,316 1 120,-122 2-1605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40.8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321 98 24575,'1'0'0,"1"1"0,-1-1 0,0 1 0,0-1 0,0 1 0,0 0 0,0-1 0,0 1 0,0 0 0,0 0 0,0 0 0,0 0 0,-1 0 0,1 0 0,0 0 0,0 0 0,-1 0 0,1 1 0,-1-1 0,1 0 0,-1 0 0,0 0 0,1 1 0,-1-1 0,0 0 0,0 0 0,0 3 0,3 35 0,-3-34 0,0 0 0,0-1 0,-1 1 0,0-1 0,0 1 0,-1-1 0,1 1 0,-1-1 0,0 0 0,0 0 0,0 0 0,0 0 0,-1 0 0,0 0 0,1-1 0,-7 6 0,3-4 0,0 0 0,0-1 0,-1 1 0,1-1 0,-1-1 0,0 0 0,-1 0 0,1 0 0,-9 2 0,-6-1 0,1 0 0,-1-2 0,1 0 0,-1-1 0,0-2 0,-26-3 0,46 4 0,-1 0 0,1-1 0,0 1 0,-1-1 0,1 0 0,0 0 0,-1 0 0,1 0 0,0 0 0,0 0 0,0 0 0,0-1 0,0 1 0,0-1 0,0 0 0,0 1 0,1-1 0,-1 0 0,1 0 0,-1 0 0,-1-3 0,1 0 0,0 0 0,1 1 0,-1-1 0,1 0 0,0 0 0,1 0 0,-1 0 0,1 0 0,0 0 0,0-6 0,1-1 0,1 1 0,0-1 0,1 0 0,0 1 0,0 0 0,2 0 0,-1 0 0,10-16 0,-9 20 0,0 1 0,0-1 0,1 1 0,-1 1 0,1-1 0,1 1 0,-1 0 0,1 0 0,0 1 0,0 0 0,0 0 0,1 1 0,-1 0 0,1 0 0,0 0 0,0 1 0,0 1 0,0-1 0,0 1 0,10 0 0,4 1 0,0 1 0,0 1 0,1 1 0,-1 1 0,-1 1 0,27 9 0,-27-8-455,0-1 0,36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42.1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24575,'140'-1'0,"154"3"0,-289-2 0,1 1 0,-1 0 0,0 0 0,0 0 0,0 1 0,0 0 0,0 0 0,0 0 0,0 0 0,7 6 0,-11-7 0,1 0 0,-1 0 0,0 0 0,0 0 0,0 0 0,0 0 0,0 0 0,0 0 0,-1 1 0,1-1 0,0 0 0,-1 0 0,1 1 0,0-1 0,-1 1 0,0-1 0,1 0 0,-1 1 0,0-1 0,0 1 0,0-1 0,0 1 0,0-1 0,0 1 0,0-1 0,0 1 0,0-1 0,-1 0 0,1 1 0,-1-1 0,1 1 0,-1-1 0,0 0 0,1 0 0,-1 1 0,0-1 0,0 0 0,0 0 0,0 0 0,0 0 0,0 0 0,0 0 0,-1 1 0,-5 5 9,-1-1 0,0 0 0,0 0 0,0-1 0,-1 0 0,1 0 1,-1-1-1,0 0 0,0-1 0,-1 0 0,1 0 0,-20 2 0,-6-1-478,0-2 1,-43-3 0,75 1 390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53.3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1992 23 24575,'-244'12'0,"52"-2"0,-125-10 0,-116 3 0,320 8 0,-52 2 0,-266-14 0,426 1 11,-1 0 0,1 0 0,0 0 0,-1-1 0,1 0 0,0 0-1,0-1 1,0 1 0,0-1 0,-8-4 0,10 4-85,1 0-1,0 0 1,-1 0 0,1 0 0,0 0-1,0-1 1,0 1 0,0-1 0,1 1-1,-1-1 1,1 0 0,-1 0 0,1 1-1,0-1 1,0 0 0,1 0 0,-1 0-1,0 0 1,1-5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58.0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388 697 24575,'-21'0'0,"5"0"0,0 0 0,1 0 0,-1-2 0,-28-6 0,38 7 0,1-1 0,0 0 0,0-1 0,0 1 0,0-1 0,1 0 0,-1-1 0,1 1 0,-1-1 0,1 1 0,0-1 0,1 0 0,-1-1 0,1 1 0,0-1 0,0 0 0,-5-8 0,2-3 0,0 0 0,1 0 0,1-1 0,-4-26 0,6 28 0,-1-1 0,0 1 0,-1 0 0,-1 1 0,-12-26 0,14 34 0,-1 1 0,0 0 0,0 0 0,-1 0 0,0 1 0,1 0 0,-2 0 0,1 0 0,-8-4 0,9 6 0,0-1 0,1 1 0,-1-1 0,0 1 0,1-1 0,-1 0 0,1 0 0,0-1 0,0 1 0,0-1 0,0 1 0,1-1 0,-1 0 0,1 0 0,0 0 0,0 0 0,1-1 0,-1 1 0,1 0 0,-1-8 0,0 0 0,1 0 0,0-1 0,1 1 0,0 0 0,1-1 0,0 1 0,6-23 0,-5 29 0,1-1 0,0 1 0,1-1 0,-1 1 0,1 0 0,0 0 0,1 0 0,-1 1 0,1 0 0,0 0 0,1 0 0,-1 0 0,1 1 0,11-7 0,-2 3 0,-1 1 0,1 1 0,1 0 0,-1 1 0,1 1 0,0 0 0,31-3 0,116 2 0,-156 5 0,1249 2 0,-711-3 0,-535 1 0,-1 0 0,0 1 0,0 0 0,1 0 0,-1 1 0,0 0 0,0 1 0,0 0 0,-1 0 0,1 1 0,-1 0 0,0 0 0,12 9 0,-15-9 0,0 1 0,0 0 0,0 1 0,-1-1 0,0 1 0,0 0 0,0 0 0,-1 0 0,0 0 0,0 1 0,0-1 0,-1 1 0,0 0 0,0 0 0,-1 0 0,0 0 0,0 0 0,0 8 0,0 49 0,-6 67 0,5-128 0,-1 1 0,0 0 0,0 0 0,0 0 0,0-1 0,0 1 0,-1-1 0,1 1 0,-1-1 0,0 1 0,0-1 0,-1 0 0,1 0 0,0 0 0,-1 0 0,0 0 0,0-1 0,0 1 0,0-1 0,0 0 0,0 0 0,-7 3 0,-5 1 0,-1 0 0,0-1 0,0-1 0,-21 3 0,-32 9 0,43-8 0,0-1 0,-1-1 0,-34 2 0,31-4 0,0 1 0,-43 12 0,33-5 0,-1-2 0,0-2 0,0-1 0,-47 0 0,-171-7 0,110-3 0,-370 3 0,446 7 0,69-6 0,-1-1 0,1 1 0,-1 1 0,1-1 0,0 0 0,0 1 0,0 0 0,0 0 0,0 0 0,0 1 0,0-1 0,1 1 0,-6 5 0,9-8 0,-1 1 0,1 0 0,0-1 0,-1 1 0,1-1 0,0 1 0,-1 0 0,1-1 0,0 1 0,0 0 0,0-1 0,0 1 0,0 0 0,0-1 0,0 1 0,0 0 0,0-1 0,0 1 0,0 0 0,0-1 0,0 1 0,0 0 0,1-1 0,-1 1 0,0 0 0,0-1 0,1 1 0,-1-1 0,0 1 0,1 0 0,-1-1 0,1 1 0,-1-1 0,1 1 0,-1-1 0,1 0 0,-1 1 0,1-1 0,0 1 0,-1-1 0,1 0 0,-1 0 0,1 1 0,0-1 0,-1 0 0,1 0 0,0 0 0,-1 0 0,1 1 0,1-1 0,40 6 0,-38-5 0,468 4 0,-243-9 0,66-10 0,-183 7 0,128 7 0,63-3 0,-131-22 0,-158 23-273,1 0 0,-1-2 0,1 0 0,20-8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7.1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283 1 24575,'562'0'0,"-510"5"0,-52-5 0,1 1 0,0-1 0,0 0 0,-1 0 0,1 0 0,0 1 0,0-1 0,-1 0 0,1 1 0,0-1 0,-1 1 0,1-1 0,0 1 0,-1-1 0,1 1 0,-1-1 0,1 1 0,-1 0 0,1-1 0,-1 1 0,0 0 0,1 0 0,-1 1 0,0-1 0,-1 0 0,1 0 0,0 0 0,-1 0 0,1 0 0,-1 0 0,1 0 0,-1 0 0,0 0 0,1 0 0,-1 0 0,0 0 0,0 0 0,0 0 0,1-1 0,-1 1 0,0 0 0,0-1 0,0 1 0,-2 0 0,-6 4 0,0 1 0,0-2 0,-1 0 0,0 0 0,1 0 0,-2-1 0,-14 2 0,-79 8 0,77-11 0,-322 29 0,309-26 14,1 3 0,1 0 0,-67 25-1,4 0-1433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8.4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156 146 24575,'-4'3'0,"0"0"0,0-1 0,-1 1 0,1-1 0,0 0 0,-1 0 0,0-1 0,1 0 0,-1 1 0,0-2 0,0 1 0,-7 0 0,0 0 0,0-1 0,0 0 0,-22-4 0,33 4 0,0 0 0,1 0 0,-1 0 0,0 0 0,1 0 0,-1 0 0,0 0 0,0 0 0,1 0 0,-1 0 0,0 0 0,1-1 0,-1 1 0,0 0 0,1-1 0,-1 1 0,1 0 0,-1-1 0,0 1 0,1-1 0,-1 1 0,1 0 0,-1-1 0,1 0 0,0 1 0,-1-1 0,1 1 0,-1-1 0,1 1 0,0-1 0,-1 0 0,1 1 0,0-1 0,0 0 0,0 1 0,0-1 0,-1 0 0,1 0 0,0 1 0,0-1 0,0 0 0,0 1 0,0-1 0,1 0 0,-1 1 0,0-1 0,0 0 0,0 1 0,1-1 0,-1 0 0,0 1 0,1-1 0,-1 0 0,0 1 0,1-1 0,-1 1 0,1-1 0,-1 1 0,1-1 0,-1 1 0,1-1 0,-1 1 0,1 0 0,0-1 0,-1 1 0,1-1 0,45-32 0,-42 30 0,18-10 0,0 0 0,1 1 0,0 1 0,0 1 0,1 2 0,1 0 0,0 1 0,0 2 0,0 0 0,0 2 0,39-1 0,-48 5-101,-3-2 147,0 1 1,0 1 0,0 1 0,19 3 0,-29-4-115,0 0 0,1 1 0,-1-1 0,0 1-1,0-1 1,0 1 0,0 0 0,0 0 0,0 0 0,0 1 0,-1-1 0,1 0 0,-1 1 0,0 0 0,0 0-1,0 0 1,0 0 0,0 0 0,0 0 0,-1 0 0,2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9.7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537 101 24575,'-1'1'0,"1"1"0,0 0 0,0 0 0,-1 0 0,1-1 0,-1 1 0,0 0 0,1 0 0,-1-1 0,0 1 0,0-1 0,0 1 0,0-1 0,-1 1 0,1-1 0,0 0 0,0 1 0,-1-1 0,1 0 0,-1 0 0,1 0 0,-1 0 0,1 0 0,-1 0 0,0-1 0,0 1 0,1 0 0,-1-1 0,0 1 0,-2-1 0,-8 3 0,0-1 0,0-1 0,-19 0 0,18 0 0,-237 0 0,178-2 0,67 1 0,-1 0 0,0 0 0,0-1 0,1 0 0,-1 0 0,0-1 0,1 0 0,-1 0 0,1 0 0,0 0 0,-8-5 0,11 5 0,0 1 0,0-1 0,1 1 0,-1-1 0,1 0 0,-1 0 0,1 0 0,-1 0 0,1 0 0,0 0 0,0 0 0,0 0 0,0 0 0,0 0 0,1-1 0,-1 1 0,1 0 0,-1-1 0,1 1 0,0 0 0,0-1 0,0 1 0,0 0 0,1-1 0,-1 1 0,0 0 0,1 0 0,0-1 0,-1 1 0,1 0 0,1-3 0,1 2 0,-1-1 0,0 1 0,1-1 0,-1 1 0,1 0 0,0 0 0,0 1 0,0-1 0,0 1 0,1-1 0,-1 1 0,1 0 0,-1 0 0,1 0 0,0 1 0,0-1 0,0 1 0,0 0 0,0 0 0,5 0 0,13-3 0,1 2 0,30-1 0,-39 3 0,316 1 120,-122 2-1605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40.8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321 98 24575,'1'0'0,"1"1"0,-1-1 0,0 1 0,0-1 0,0 1 0,0 0 0,0-1 0,0 1 0,0 0 0,0 0 0,0 0 0,0 0 0,-1 0 0,1 0 0,0 0 0,0 0 0,-1 0 0,1 1 0,-1-1 0,1 0 0,-1 0 0,0 0 0,1 1 0,-1-1 0,0 0 0,0 0 0,0 3 0,3 35 0,-3-34 0,0 0 0,0-1 0,-1 1 0,0-1 0,0 1 0,-1-1 0,1 1 0,-1-1 0,0 0 0,0 0 0,0 0 0,0 0 0,-1 0 0,0 0 0,1-1 0,-7 6 0,3-4 0,0 0 0,0-1 0,-1 1 0,1-1 0,-1-1 0,0 0 0,-1 0 0,1 0 0,-9 2 0,-6-1 0,1 0 0,-1-2 0,1 0 0,-1-1 0,0-2 0,-26-3 0,46 4 0,-1 0 0,1-1 0,0 1 0,-1-1 0,1 0 0,0 0 0,-1 0 0,1 0 0,0 0 0,0 0 0,0 0 0,0-1 0,0 1 0,0-1 0,0 0 0,0 1 0,1-1 0,-1 0 0,1 0 0,-1 0 0,-1-3 0,1 0 0,0 0 0,1 1 0,-1-1 0,1 0 0,0 0 0,1 0 0,-1 0 0,1 0 0,0 0 0,0-6 0,1-1 0,1 1 0,0-1 0,1 0 0,0 1 0,0 0 0,2 0 0,-1 0 0,10-16 0,-9 20 0,0 1 0,0-1 0,1 1 0,-1 1 0,1-1 0,1 1 0,-1 0 0,1 0 0,0 1 0,0 0 0,0 0 0,1 1 0,-1 0 0,1 0 0,0 0 0,0 1 0,0 1 0,0-1 0,0 1 0,10 0 0,4 1 0,0 1 0,0 1 0,1 1 0,-1 1 0,-1 1 0,27 9 0,-27-8-455,0-1 0,36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42.1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24575,'140'-1'0,"154"3"0,-289-2 0,1 1 0,-1 0 0,0 0 0,0 0 0,0 1 0,0 0 0,0 0 0,0 0 0,0 0 0,7 6 0,-11-7 0,1 0 0,-1 0 0,0 0 0,0 0 0,0 0 0,0 0 0,0 0 0,0 0 0,-1 1 0,1-1 0,0 0 0,-1 0 0,1 1 0,0-1 0,-1 1 0,0-1 0,1 0 0,-1 1 0,0-1 0,0 1 0,0-1 0,0 1 0,0-1 0,0 1 0,0-1 0,0 1 0,0-1 0,-1 0 0,1 1 0,-1-1 0,1 1 0,-1-1 0,0 0 0,1 0 0,-1 1 0,0-1 0,0 0 0,0 0 0,0 0 0,0 0 0,0 0 0,0 0 0,-1 1 0,-5 5 9,-1-1 0,0 0 0,0 0 0,0-1 0,-1 0 0,1 0 1,-1-1-1,0 0 0,0-1 0,-1 0 0,1 0 0,-20 2 0,-6-1-478,0-2 1,-43-3 0,75 1 390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26.6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24575,'0'1'0,"0"0"0,1 0 0,-1 0 0,1 0 0,-1 0 0,1 0 0,0 0 0,-1 0 0,1-1 0,0 1 0,0 0 0,-1 0 0,1 0 0,0-1 0,0 1 0,0-1 0,0 1 0,0 0 0,0-1 0,0 0 0,0 1 0,0-1 0,0 0 0,1 1 0,-1-1 0,0 0 0,2 0 0,36 4 0,-34-3 0,237-1 0,11 1 0,-250-1 0,0 0 0,0 0 0,-1 1 0,1 0 0,0-1 0,0 1 0,-1 0 0,1 0 0,0 0 0,-1 0 0,1 1 0,-1-1 0,0 1 0,1 0 0,-1 0 0,0-1 0,0 1 0,4 5 0,-6-6 0,1 1 0,0-1 0,-1 1 0,1 0 0,-1-1 0,0 1 0,0 0 0,0-1 0,1 1 0,-1 0 0,-1-1 0,1 1 0,0 0 0,0-1 0,-1 1 0,1 0 0,-1-1 0,1 1 0,-1-1 0,0 1 0,1-1 0,-1 1 0,0-1 0,0 1 0,0-1 0,0 0 0,0 0 0,-1 1 0,1-1 0,0 0 0,0 0 0,-1 0 0,-1 1 0,-9 6 0,1-1 0,-1 0 0,0-1 0,0 0 0,-1-1 0,0-1 0,0 0 0,-20 4 0,2-3 0,-1-1 0,-50 1 0,20-5 0,-105-4 0,164 4-105,1 0 0,-1-1 0,1 1 0,-1-1 0,1 1 0,0-1 0,-1 0 0,1 0 0,0-1 0,-1 1 0,1 0 0,-3-3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27.6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687 0 24575,'-9'1'0,"0"0"0,1 1 0,-1 0 0,0 0 0,1 1 0,-15 7 0,-34 10 0,15-15 0,-1-2 0,1-1 0,-51-5 0,60 0 0,0 2 0,0 1 0,-1 2 0,1 1 0,1 2 0,-50 12 0,77-15 0,1 0 0,-1 0 0,0 0 0,1 1 0,0 0 0,0 0 0,0 0 0,0 0 0,-6 6 0,9-8 0,1-1 0,0 1 0,-1 0 0,1-1 0,-1 1 0,1-1 0,0 1 0,-1 0 0,1 0 0,0-1 0,-1 1 0,1 0 0,0-1 0,0 1 0,0 0 0,0 0 0,0 0 0,0-1 0,0 1 0,0 0 0,0 0 0,0-1 0,0 1 0,1 0 0,-1 1 0,2-1 0,-1 0 0,0 1 0,1-1 0,-1 0 0,0 0 0,1 0 0,0 0 0,-1 0 0,1 0 0,0 0 0,-1-1 0,1 1 0,0-1 0,0 1 0,-1-1 0,3 1 0,37 5 0,-1-2 0,1-2 0,0-1 0,58-7 0,-87 5-195,0-1 0,0 0 0,-1-1 0,1 0 0,-1-1 0,13-5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29.5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459 1 24575,'8'37'0,"-7"-34"0,0-1 0,0 1 0,0-1 0,-1 1 0,1 0 0,-1-1 0,1 1 0,-1 0 0,0 0 0,0-1 0,0 1 0,0 0 0,-1-1 0,1 1 0,-1 0 0,1-1 0,-1 1 0,0 0 0,0-1 0,0 1 0,-1-1 0,-2 5 0,-4 0 0,0 0 0,-1-1 0,1 0 0,-1 0 0,-1-1 0,1 0 0,-1-1 0,0 1 0,0-2 0,-19 5 0,-9 4 0,27-8 0,1-2 0,-1 0 0,0 0 0,1-1 0,-18 1 0,17-2 0,0 0 0,0 1 0,0 1 0,-16 4 0,19-3 0,1 0 0,0 1 0,0 0 0,1 0 0,-1 1 0,1-1 0,0 2 0,0-1 0,-8 11 0,-44 60 0,45-56 0,12-19 0,1 0 0,-1-1 0,1 1 0,-1-1 0,1 1 0,-1 0 0,1-1 0,0 1 0,-1 0 0,1-1 0,0 1 0,0 0 0,0-1 0,-1 1 0,1 0 0,0 0 0,0-1 0,0 1 0,0 0 0,0 0 0,0-1 0,0 1 0,1 0 0,-1-1 0,0 1 0,0 0 0,0 0 0,1-1 0,-1 1 0,0 0 0,1-1 0,-1 1 0,1-1 0,0 2 0,1-1 0,0 0 0,0 1 0,0-1 0,1 0 0,-1 0 0,0 0 0,1 0 0,-1-1 0,0 1 0,5 0 0,70 1 0,-70-2 0,19-1-1365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31.0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16 24575,'168'13'0,"-17"-1"0,-141-12 0,0 0 0,-1 0 0,1 1 0,-1 0 0,1 1 0,-1 0 0,1 0 0,-1 1 0,0 0 0,0 1 0,-1 0 0,1 0 0,15 11 0,-18-10 0,0-2 0,0 1 0,0-1 0,0 0 0,0 0 0,1 0 0,-1-1 0,1 0 0,-1-1 0,1 1 0,0-1 0,7 0 0,16 1 0,44-4 0,-32 0 0,-14 0 0,0-2 0,0-1 0,0-1 0,-1-1 0,0-2 0,29-12 0,40-13 0,-61 28 16,-30 6-131,-1-1 0,1 1 0,-1-1 0,1 0 0,-1 0 0,1 0-1,-1-1 1,1 1 0,-1-1 0,0 0 0,6-4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16.6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1 122 24575,'34'1'0,"-1"-2"0,1-1 0,0-2 0,57-14 0,21-23 0,-89 31 0,-1 0 0,1 2 0,1 1 0,-1 0 0,1 2 0,0 1 0,28-1 0,-37 4 0,-1 1 0,0 1 0,1 0 0,-1 1 0,27 7 0,-37-8 0,1 1 0,-1 1 0,1-1 0,-1 1 0,0-1 0,0 1 0,0 0 0,-1 1 0,1-1 0,-1 1 0,0-1 0,0 1 0,0 0 0,0 0 0,-1 1 0,1-1 0,-1 0 0,0 1 0,0-1 0,-1 1 0,2 5 0,-2-8 0,0 0 0,0 1 0,-1-1 0,1 0 0,-1 0 0,1 1 0,-1-1 0,0 0 0,0 1 0,0-1 0,0 0 0,0 0 0,0 1 0,-1-1 0,1 0 0,-1 1 0,1-1 0,-1 0 0,0 0 0,0 0 0,0 0 0,0 0 0,0 0 0,-1 0 0,1 0 0,-1 0 0,1-1 0,-1 1 0,0 0 0,1-1 0,-1 1 0,0-1 0,0 0 0,0 0 0,0 0 0,0 0 0,0 0 0,-1 0 0,1 0 0,0-1 0,-3 1 0,-12 2 0,1-1 0,0-1 0,0-1 0,-1 0 0,-15-3 0,0 1 0,28 1 0,-14 0 0,-1 1 0,1 1 0,-24 3 0,35-2 0,0 0 0,0 0 0,0 1 0,0 0 0,0 0 0,1 0 0,0 1 0,-1 0 0,1 0 0,0 1 0,-6 6 0,-23 23-1365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18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503 1 24575,'15'1'0,"-1"1"0,0 0 0,19 6 0,5 1 0,-26-6 0,-1 1 0,0 0 0,0 0 0,0 1 0,0 1 0,18 12 0,-18-11 0,-1 0 0,1-1 0,1 0 0,-1-1 0,1 0 0,14 3 0,20-1 0,-34-6 0,0 1 0,-1-1 0,1 2 0,-1-1 0,0 2 0,0-1 0,0 2 0,0-1 0,0 2 0,14 8 0,-24-12 0,1-1 0,-1 0 0,0 0 0,1 1 0,-1-1 0,0 0 0,0 1 0,0-1 0,0 1 0,0 0 0,0-1 0,-1 1 0,1 0 0,0 0 0,-1-1 0,1 1 0,-1 0 0,0 0 0,0 0 0,1-1 0,-1 1 0,-1 0 0,1 3 0,-1-2 0,0 0 0,0 0 0,-1 0 0,1-1 0,-1 1 0,0 0 0,1-1 0,-1 1 0,0-1 0,-1 1 0,1-1 0,-4 3 0,-2 2 0,-1-2 0,1 1 0,-1-1 0,0-1 0,0 1 0,0-2 0,-18 6 0,4-6 0,0 0 0,-1-2 0,-30-2 0,30 0 0,0 1 0,-1 1 0,-26 5 0,-4 1 0,-1-2 0,1-2 0,-57-5 0,-83 4 0,185 0 0,0 1 0,1 1 0,-1 0 0,0 0 0,1 0 0,0 1 0,0 1 0,1 0 0,-1 0 0,1 0 0,0 1 0,1 1 0,0-1 0,0 1 0,1 0 0,-1 0 0,2 1 0,-6 10 0,9-16 0,0 1 0,1-1 0,-1 1 0,1-1 0,0 1 0,0 0 0,0-1 0,0 1 0,1 0 0,0 0 0,-1-1 0,2 1 0,-1 0 0,0 0 0,1 0 0,-1-1 0,1 1 0,0 0 0,2 4 0,-1-5 0,0 0 0,1 0 0,-1 0 0,0-1 0,1 1 0,0-1 0,0 0 0,0 0 0,0 0 0,0 0 0,0 0 0,0 0 0,1-1 0,-1 0 0,0 1 0,1-1 0,-1-1 0,1 1 0,0 0 0,4-1 0,47 4 0,0-2 0,99-10 0,-135 6-151,-2-1-1,1-1 0,0 0 0,-1-2 1,1 0-1,-2-1 0,1 0 1,28-19-1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21.0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319 48 24575,'-3'4'0,"1"-1"0,-1 0 0,1 0 0,-1 0 0,0 0 0,0 0 0,-1 0 0,1-1 0,-1 0 0,1 1 0,-1-1 0,-6 2 0,2 1 0,-2 0 0,0-1 0,-1 0 0,1-1 0,-1 1 0,0-2 0,0 0 0,0 0 0,0-1 0,0-1 0,-15 0 0,10 0 0,0 1 0,0 0 0,-26 7 0,39-8 0,1 1 0,0 0 0,0 0 0,-1 0 0,1 1 0,0-1 0,0 0 0,0 1 0,0 0 0,0-1 0,1 1 0,-1 0 0,0 0 0,1 0 0,0 0 0,-1 0 0,1 0 0,0 0 0,0 0 0,0 1 0,0-1 0,0 0 0,1 1 0,-1-1 0,1 1 0,0-1 0,-1 1 0,1-1 0,0 1 0,0-1 0,1 1 0,-1-1 0,0 0 0,1 1 0,0-1 0,-1 1 0,1-1 0,0 0 0,0 0 0,0 1 0,1-1 0,-1 0 0,0 0 0,1 0 0,0 0 0,-1-1 0,1 1 0,0 0 0,0-1 0,0 1 0,0-1 0,0 1 0,3 0 0,9 2 0,0 0 0,0-1 0,0-1 0,0-1 0,0 0 0,26-1 0,86-14 0,-119 13 0,9-2 0,-1 0 0,1-1 0,-1 0 0,0-1 0,0-1 0,0 0 0,-1-2 0,0 1 0,0-2 0,-1 1 0,0-2 0,0 0 0,-1 0 0,-1-1 0,0-1 0,14-18 0,-21 24-124,-1 0 0,0-1 0,0 1 0,-1-1 0,1 1 0,-2-1-1,1 0 1,-1 0 0,0 0 0,1-13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12.4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24575,'137'-2'0,"142"4"0,-85 22 0,-134-14 0,106 5 0,-143-15 0,1 1 0,-1 1 0,-1 0 0,1 2 0,0 1 0,-1 1 0,0 1 0,0 1 0,-1 1 0,37 20 0,-50-25 0,0 0 0,0 0 0,0-1 0,0-1 0,0 1 0,1-1 0,-1 0 0,1-1 0,9 0 0,81-4 0,-77 1 0,0 1 0,0 1 0,25 2 0,-60 7 0,-15 1 0,-430 105 0,418-109-137,1-3 0,-78-2 0,82-2-817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13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534 248 24575,'-1'2'0,"1"1"0,-1-1 0,1 0 0,-1 0 0,0 1 0,0-1 0,0 0 0,0 0 0,0 0 0,0 0 0,-1 0 0,1 0 0,0-1 0,-1 1 0,0 0 0,1-1 0,-1 1 0,0-1 0,0 1 0,-2 0 0,-44 21 0,11-10 0,0-1 0,-1-2 0,0-2 0,-1-2 0,0-1 0,0-2 0,-55-2 0,90-2 0,0 1 0,0-1 0,0 1 0,0-1 0,0-1 0,0 1 0,0 0 0,1-1 0,-1 0 0,1 0 0,-1 0 0,1 0 0,0-1 0,0 1 0,0-1 0,0 0 0,-3-3 0,2 1 0,1-1 0,0 1 0,0-1 0,0 1 0,1-1 0,0 0 0,0 0 0,0 0 0,1 0 0,-1-8 0,1 0 0,0 1 0,1-1 0,1 1 0,0-1 0,1 1 0,0-1 0,1 1 0,0 0 0,10-21 0,-10 27 0,1 0 0,0 0 0,0 1 0,0 0 0,1 0 0,0 0 0,1 0 0,-1 1 0,1 0 0,0 0 0,0 0 0,0 1 0,1 0 0,0 0 0,-1 1 0,1 0 0,1 0 0,-1 0 0,0 1 0,14-2 0,9 0 0,1 1 0,0 2 0,60 4 0,-18 1 0,-45-4-110,91 5-1145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15:17:08.5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0 100 24575,'55'-4'0,"-1"-2"0,0-2 0,78-22 0,20-4 0,-95 26 0,1 2 0,1 2 0,103 8 0,-159-4 0,-1 0 0,0 0 0,1 1 0,-1-1 0,0 1 0,1-1 0,-1 1 0,0 0 0,0 0 0,0 0 0,1 0 0,-1 0 0,0 1 0,2 1 0,-4-3 0,0 1 0,0-1 0,1 0 0,-1 1 0,0-1 0,0 0 0,0 1 0,0-1 0,1 0 0,-1 1 0,0-1 0,0 0 0,0 1 0,0-1 0,0 0 0,0 1 0,0-1 0,0 0 0,0 1 0,0-1 0,0 0 0,-1 1 0,1-1 0,0 0 0,0 1 0,0-1 0,0 0 0,0 1 0,-1-1 0,1 0 0,0 1 0,-1-1 0,-20 12 0,-26 3-273,-1-2 0,0-2 0,0-2 0,-93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20:49:36.69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48 108 24575,'0'0'0,"-7"-16"0,-5-8 0,0 0 0,2 5 0,3 5 0,7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20:50:05.79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7 24575,'0'0'0,"11"-6"0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7C19D-DC51-4251-A066-746D49EE5942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5D45F-18C5-42C7-8C2A-4CC7F7AFAE4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84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446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1,5 kN = 153 kg</a:t>
            </a:r>
          </a:p>
          <a:p>
            <a:r>
              <a:rPr lang="de-DE" dirty="0"/>
              <a:t>0,3 kN = 30,6 kg</a:t>
            </a:r>
          </a:p>
          <a:p>
            <a:r>
              <a:rPr lang="de-DE" dirty="0"/>
              <a:t>1,8 kN = 183,6 kg</a:t>
            </a:r>
          </a:p>
          <a:p>
            <a:r>
              <a:rPr lang="de-DE" dirty="0"/>
              <a:t>1 N = 0,102 kg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38441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1,5 kN = 153 kg</a:t>
            </a:r>
          </a:p>
          <a:p>
            <a:r>
              <a:rPr lang="de-DE" dirty="0"/>
              <a:t>0,3 kN = 30,6 kg</a:t>
            </a:r>
          </a:p>
          <a:p>
            <a:r>
              <a:rPr lang="de-DE" dirty="0"/>
              <a:t>1,8 kN = 183,6 kg</a:t>
            </a:r>
          </a:p>
          <a:p>
            <a:r>
              <a:rPr lang="de-DE" dirty="0"/>
              <a:t>1 N = 0,102 kg</a:t>
            </a:r>
          </a:p>
          <a:p>
            <a:r>
              <a:rPr lang="de-DE" dirty="0"/>
              <a:t>200 </a:t>
            </a:r>
            <a:r>
              <a:rPr lang="de-DE" dirty="0" err="1"/>
              <a:t>lux</a:t>
            </a:r>
            <a:r>
              <a:rPr lang="de-DE" dirty="0"/>
              <a:t> </a:t>
            </a:r>
            <a:r>
              <a:rPr lang="de-DE" dirty="0" err="1"/>
              <a:t>arbeitsplatz</a:t>
            </a:r>
            <a:endParaRPr lang="de-DE" dirty="0"/>
          </a:p>
          <a:p>
            <a:r>
              <a:rPr lang="de-DE" dirty="0"/>
              <a:t>50 </a:t>
            </a:r>
            <a:r>
              <a:rPr lang="de-DE" dirty="0" err="1"/>
              <a:t>lux</a:t>
            </a:r>
            <a:r>
              <a:rPr lang="de-DE" dirty="0"/>
              <a:t> </a:t>
            </a:r>
            <a:r>
              <a:rPr lang="de-DE" dirty="0" err="1"/>
              <a:t>verkehrsweg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7301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6037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2770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4578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4467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5374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2774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Bohlenbreite 25cm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1922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4882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5815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80294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1510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4381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9041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3284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9306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4645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6722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65023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2110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7793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8353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Leitern ab 1m Höhenunterschied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8125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Leitern ab 1m Höhenunterschied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73567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 Absturzschutz</a:t>
            </a:r>
          </a:p>
          <a:p>
            <a:r>
              <a:rPr lang="de-DE" dirty="0"/>
              <a:t>2 Steigschutz</a:t>
            </a:r>
          </a:p>
          <a:p>
            <a:r>
              <a:rPr lang="de-DE" dirty="0"/>
              <a:t>3 feste Ruhebühne</a:t>
            </a:r>
          </a:p>
          <a:p>
            <a:r>
              <a:rPr lang="de-DE" dirty="0"/>
              <a:t>4 klappbare Ruhebühne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26682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95924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635087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6753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80035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65802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5610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38186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62935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92174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9525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02219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34486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1184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98958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49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0457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86686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25786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33281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62104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27936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26574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141415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44678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50878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59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38017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60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14568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61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02745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62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83517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D45F-18C5-42C7-8C2A-4CC7F7AFAE43}" type="slidenum">
              <a:rPr lang="en-DE" smtClean="0"/>
              <a:t>63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556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D4372-9F2B-D523-24FD-BE7EFFA0C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20BD06-66D5-D3ED-9A60-5FC8C58BF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B7C0F-7B4D-19D4-2598-79E7CD7C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B0038-25BD-C6E5-E07E-905668C2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038D55-EC8D-11AD-FA20-7ABA955A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160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66F89-E67B-FED2-53E0-FCEF2BD3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698803-F378-9A7E-454A-AE9DC3874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46C773-6E3F-1641-5188-D612F93A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800E40-0ABE-0E5C-3E56-20EFA97F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42793A-2660-6CDD-311F-7DC74363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141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9327E-7522-DC6F-7677-9C2508F2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4892CA-D1F0-620A-C65A-E2D35B3C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25C3EA-85BA-9498-8BF5-B6FBBF6C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967746-E4A2-A168-9CCD-824B41C4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424C26-6ABE-3862-D8B3-E31559A8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791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9A1F4-B5BF-A795-C17B-0492CE5F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C81B55-98B7-A96D-C19D-627669A3B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32C3EA-6166-0A84-08F7-1C989677E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D3A273-6FC5-44CD-E1A5-7228F7A4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B6A381-72B5-BD08-8A26-DF34445E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628D60-30CA-4889-044E-9EE5A355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808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93DE8D-7C0D-CA1A-C24F-384F6836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EF1441-A464-BC10-A37F-302DFF409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4FD857-0C9D-D671-2BBA-EC2A3B840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0BDD7D-6B51-13D5-F1E5-432CF7D00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D470E45-8D77-6C0F-ED0F-B11023841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DBC2799-81F2-88C4-BAC8-9A1F4E74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2A9169-2FCD-131B-D2B9-2FE6A9D0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40B1E26-7688-8D28-EADD-BB5347CD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4665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19FCA-4880-0D48-A358-2B9FB213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E4EF72-F9B5-4C7B-67CD-F60F1FAF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43C4F1-99B9-BBB7-4ED0-1EA579C0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C7C804-BA70-E977-E978-243860F5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079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7FFD160-AFB2-F6CC-8B0C-615D6ABD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82E2B8-3CC2-47EC-171E-BF2DBB17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87F321-A216-DE53-C81C-BCBEAE25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566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361A6-6314-EA83-28D0-2F89DDA4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6361D3-BE97-4A32-F202-C6CF47945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E1675A-59F0-108B-9EE0-EB4F648C9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CD3866-68D6-E5B4-8A88-F6680BC4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BFE1F0-3182-ABE8-68EA-54F6D4EC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EB038F-92E7-31AB-6AA8-5634D0CA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816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D2A615-5ED2-7AB3-F064-E349FB307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0E1ACD-C413-8532-ACD8-1526D251E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E868DF-3794-C176-ABC5-5B10BF574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B63970-A79D-1C6F-6F2C-8E4B5A76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95A541-6F29-A3AF-E706-09CEBB59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DC4D34-4CCB-D682-F4A1-7FC48722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942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D9284-9BA6-FE83-6CD0-F342B8B1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67F5EF-009B-E298-F8CF-5D2A55B44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80F023-5F04-E134-3DE0-2373E70B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5721D6-F32E-7807-0146-3C08FBD4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B0A3ED-E1D6-22AE-D267-F973AA3E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74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398BF2-3D5E-6339-5CE3-EE19B7CF3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3397DD-A8A6-EF01-398C-A5FB4DA0F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1CE995-1B8E-68B9-BAA5-A8869AF4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6D3ADB-B340-7D67-1F42-9D5FDADD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CD513C-3AEF-E3F5-601D-60EE1C9D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84475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27393D-2DFC-5B2D-C804-4A5929A39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DC02FE-88DA-7CB4-9DD5-CF37F1184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2CE846-6874-BB2C-3ADA-30DD4E24E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C1345-B121-487B-AD4B-1C867F91AB4E}" type="datetimeFigureOut">
              <a:rPr lang="en-DE" smtClean="0"/>
              <a:t>26/08/2025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0A4A82-49C3-7D29-76E5-54242BBB7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BF98F7-CF7D-6A9F-952F-769CC1243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9B1F-DB80-4368-BACB-C4293F4A55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190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4.xml"/><Relationship Id="rId18" Type="http://schemas.openxmlformats.org/officeDocument/2006/relationships/image" Target="../media/image11.png"/><Relationship Id="rId3" Type="http://schemas.openxmlformats.org/officeDocument/2006/relationships/image" Target="../media/image1.gif"/><Relationship Id="rId7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customXml" Target="../ink/ink3.xml"/><Relationship Id="rId5" Type="http://schemas.openxmlformats.org/officeDocument/2006/relationships/image" Target="../media/image5.png"/><Relationship Id="rId15" Type="http://schemas.openxmlformats.org/officeDocument/2006/relationships/customXml" Target="../ink/ink5.xml"/><Relationship Id="rId10" Type="http://schemas.openxmlformats.org/officeDocument/2006/relationships/image" Target="../media/image7.png"/><Relationship Id="rId19" Type="http://schemas.openxmlformats.org/officeDocument/2006/relationships/customXml" Target="../ink/ink7.xml"/><Relationship Id="rId4" Type="http://schemas.openxmlformats.org/officeDocument/2006/relationships/image" Target="../media/image2.png"/><Relationship Id="rId9" Type="http://schemas.openxmlformats.org/officeDocument/2006/relationships/customXml" Target="../ink/ink2.xml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1.xml"/><Relationship Id="rId3" Type="http://schemas.openxmlformats.org/officeDocument/2006/relationships/image" Target="../media/image1.gif"/><Relationship Id="rId7" Type="http://schemas.openxmlformats.org/officeDocument/2006/relationships/customXml" Target="../ink/ink8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customXml" Target="../ink/ink10.xml"/><Relationship Id="rId5" Type="http://schemas.openxmlformats.org/officeDocument/2006/relationships/image" Target="../media/image5.png"/><Relationship Id="rId15" Type="http://schemas.openxmlformats.org/officeDocument/2006/relationships/customXml" Target="../ink/ink12.xm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customXml" Target="../ink/ink9.xml"/><Relationship Id="rId1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6.xml"/><Relationship Id="rId3" Type="http://schemas.openxmlformats.org/officeDocument/2006/relationships/image" Target="../media/image1.gif"/><Relationship Id="rId7" Type="http://schemas.openxmlformats.org/officeDocument/2006/relationships/customXml" Target="../ink/ink13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customXml" Target="../ink/ink15.xml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customXml" Target="../ink/ink14.xml"/><Relationship Id="rId1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gif"/><Relationship Id="rId7" Type="http://schemas.openxmlformats.org/officeDocument/2006/relationships/customXml" Target="../ink/ink17.xm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customXml" Target="../ink/ink19.xml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customXml" Target="../ink/ink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gif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customXml" Target="../ink/ink2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gif"/><Relationship Id="rId7" Type="http://schemas.openxmlformats.org/officeDocument/2006/relationships/customXml" Target="../ink/ink2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.gif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.gif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e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jpe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242469"/>
            <a:ext cx="9144000" cy="2387600"/>
          </a:xfrm>
        </p:spPr>
        <p:txBody>
          <a:bodyPr/>
          <a:lstStyle/>
          <a:p>
            <a:r>
              <a:rPr lang="de-DE" dirty="0"/>
              <a:t>Arbeitsschutz im Schornsteinfegerhandwerk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5BDAB32-3701-6026-A50A-9884DDEEC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36736"/>
            <a:ext cx="9144000" cy="963464"/>
          </a:xfrm>
        </p:spPr>
        <p:txBody>
          <a:bodyPr/>
          <a:lstStyle/>
          <a:p>
            <a:r>
              <a:rPr lang="de-DE" dirty="0"/>
              <a:t>Gesetzesgrundlagen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725283"/>
            <a:ext cx="9144000" cy="3532517"/>
          </a:xfrm>
        </p:spPr>
        <p:txBody>
          <a:bodyPr>
            <a:normAutofit/>
          </a:bodyPr>
          <a:lstStyle/>
          <a:p>
            <a:endParaRPr lang="de-DE" dirty="0"/>
          </a:p>
          <a:p>
            <a:pPr marL="457200" indent="-457200">
              <a:buAutoNum type="arabicPeriod"/>
            </a:pPr>
            <a:r>
              <a:rPr lang="de-DE" dirty="0"/>
              <a:t>DIN 18160-5 (UVV)</a:t>
            </a:r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r>
              <a:rPr lang="de-DE" dirty="0"/>
              <a:t>DGUV 101-021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5BDAB32-3701-6026-A50A-9884DDEEC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3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 fontScale="85000" lnSpcReduction="20000"/>
          </a:bodyPr>
          <a:lstStyle/>
          <a:p>
            <a:r>
              <a:rPr lang="de-DE" sz="3600" dirty="0"/>
              <a:t>Begriffe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Verkehrsweg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Durchsteigöffnung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Betretbare Fläche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Dachneigung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576DD675-5935-9863-D752-D57EED59A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45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 fontScale="85000" lnSpcReduction="20000"/>
          </a:bodyPr>
          <a:lstStyle/>
          <a:p>
            <a:r>
              <a:rPr lang="de-DE" sz="3600" dirty="0"/>
              <a:t>Begriffe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Verkehrsweg: 	Zugang zur Standfläche an der Abgasanlage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Standfläche: 	Arbeitsplatz an der Abgasanlage für Schornsteinfegerarbeiten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Durchsteigöffnung: Öffnung in Geschoßdecken, Zwischendecken und Dachflächen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Betretbare Fläche: Fläche, die nur zur Inspektion und Wartung benutzt wird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Dachneigung: Neigung der Dachkonstruktion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E6B3C1D0-EDBB-B9B6-F277-35177E3DA7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6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algn="l"/>
            <a:r>
              <a:rPr lang="de-DE" dirty="0"/>
              <a:t>Klassifizierung: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D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7F867E6C-99E0-609C-3AF7-F6D56AF24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9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algn="l"/>
            <a:r>
              <a:rPr lang="de-DE" dirty="0"/>
              <a:t>Klassifizierung: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A: Standfläche an der Mündung der Abgasanlage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B: Standfläche an RÖ bis 5m unterhalb der Mündung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C: Standfläche an RÖ bis 15m unterhalb der Mündung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D: Standfläche an der unteren RÖ der Abgasanlage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2E3ED2AD-D74E-AF0B-84CF-94DD2D161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8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8BABC3A-9B9B-FEA9-83CC-18D614D6D1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31" y="1545998"/>
            <a:ext cx="4009137" cy="4817366"/>
          </a:xfrm>
          <a:prstGeom prst="rect">
            <a:avLst/>
          </a:prstGeom>
        </p:spPr>
      </p:pic>
      <p:pic>
        <p:nvPicPr>
          <p:cNvPr id="8" name="Grafik 7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88C7950E-A349-5AD0-F7D4-99DA9557B2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054DA8D-028E-FEFF-AF84-A14CA50452AA}"/>
              </a:ext>
            </a:extLst>
          </p:cNvPr>
          <p:cNvSpPr txBox="1"/>
          <p:nvPr/>
        </p:nvSpPr>
        <p:spPr>
          <a:xfrm>
            <a:off x="4011283" y="281221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69BB15A-1AFC-20D3-CE54-B7A6AECC8941}"/>
              </a:ext>
            </a:extLst>
          </p:cNvPr>
          <p:cNvSpPr txBox="1"/>
          <p:nvPr/>
        </p:nvSpPr>
        <p:spPr>
          <a:xfrm>
            <a:off x="5296619" y="327628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AE2225-ED29-F852-8D7C-8592DE6C9D96}"/>
              </a:ext>
            </a:extLst>
          </p:cNvPr>
          <p:cNvSpPr txBox="1"/>
          <p:nvPr/>
        </p:nvSpPr>
        <p:spPr>
          <a:xfrm>
            <a:off x="5296619" y="45184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047A30F-27A6-110C-ACE8-A35EF843CFCD}"/>
              </a:ext>
            </a:extLst>
          </p:cNvPr>
          <p:cNvSpPr txBox="1"/>
          <p:nvPr/>
        </p:nvSpPr>
        <p:spPr>
          <a:xfrm>
            <a:off x="5287001" y="588753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29011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Allgemeine Anforderungen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6B352FCD-3FEC-6530-550F-77D27E4C89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5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 lnSpcReduction="10000"/>
          </a:bodyPr>
          <a:lstStyle/>
          <a:p>
            <a:r>
              <a:rPr lang="de-DE" sz="3600" dirty="0"/>
              <a:t>Allgemeine Anforderungen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Standflächen und Verkehrswege ausreichen beleuchtet sein (DIN 5035-2)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Standflächen und Verkehrswege 	vertikale Einzellast von 1,5 kN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Geländer				horizontale Einzellast 0,3 kN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Rahmen von Durchsteigöffnungen	für 1,8 kN bemessen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Bauteile aus Stahl müssen korrosionsbeständig sein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6B352FCD-3FEC-6530-550F-77D27E4C89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5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  <a:p>
            <a:endParaRPr lang="de-DE" dirty="0"/>
          </a:p>
          <a:p>
            <a:r>
              <a:rPr lang="de-DE" sz="4400" dirty="0"/>
              <a:t>IM FREIEN NICHT ZULÄSSIG!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B0E62873-4B06-5C00-A45B-64671D3E1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36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20BD158B-7178-A8D5-E3FE-EA2CD28EEDC4}"/>
                  </a:ext>
                </a:extLst>
              </p14:cNvPr>
              <p14:cNvContentPartPr/>
              <p14:nvPr/>
            </p14:nvContentPartPr>
            <p14:xfrm>
              <a:off x="3961094" y="3683377"/>
              <a:ext cx="328320" cy="741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20BD158B-7178-A8D5-E3FE-EA2CD28EED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98094" y="3620737"/>
                <a:ext cx="4539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943D5607-5AE6-4FB3-9DB7-3A28253FF11A}"/>
                  </a:ext>
                </a:extLst>
              </p14:cNvPr>
              <p14:cNvContentPartPr/>
              <p14:nvPr/>
            </p14:nvContentPartPr>
            <p14:xfrm>
              <a:off x="5223254" y="3674017"/>
              <a:ext cx="195840" cy="615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943D5607-5AE6-4FB3-9DB7-3A28253FF1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60254" y="3611017"/>
                <a:ext cx="3214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49B700ED-4C0A-276F-2277-8338F56B9C8C}"/>
                  </a:ext>
                </a:extLst>
              </p14:cNvPr>
              <p14:cNvContentPartPr/>
              <p14:nvPr/>
            </p14:nvContentPartPr>
            <p14:xfrm>
              <a:off x="6345734" y="3664657"/>
              <a:ext cx="263160" cy="536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49B700ED-4C0A-276F-2277-8338F56B9C8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82734" y="3602017"/>
                <a:ext cx="388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65AB3366-7879-11C5-1ADA-447F60BE22E5}"/>
                  </a:ext>
                </a:extLst>
              </p14:cNvPr>
              <p14:cNvContentPartPr/>
              <p14:nvPr/>
            </p14:nvContentPartPr>
            <p14:xfrm>
              <a:off x="7596374" y="3648457"/>
              <a:ext cx="169560" cy="10656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65AB3366-7879-11C5-1ADA-447F60BE22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33734" y="3585457"/>
                <a:ext cx="295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0E5E99C3-C968-FEA7-E8D5-A47C0C96D2CA}"/>
                  </a:ext>
                </a:extLst>
              </p14:cNvPr>
              <p14:cNvContentPartPr/>
              <p14:nvPr/>
            </p14:nvContentPartPr>
            <p14:xfrm>
              <a:off x="8902094" y="3691297"/>
              <a:ext cx="185040" cy="5364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0E5E99C3-C968-FEA7-E8D5-A47C0C96D2C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39454" y="3628657"/>
                <a:ext cx="3106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1B8119D6-DA97-6A15-951A-224769463B6B}"/>
                  </a:ext>
                </a:extLst>
              </p14:cNvPr>
              <p14:cNvContentPartPr/>
              <p14:nvPr/>
            </p14:nvContentPartPr>
            <p14:xfrm>
              <a:off x="4605494" y="5754097"/>
              <a:ext cx="717120" cy="2592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1B8119D6-DA97-6A15-951A-224769463B6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42854" y="5691457"/>
                <a:ext cx="842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FB633E37-F566-1325-5C96-38E102E79373}"/>
                  </a:ext>
                </a:extLst>
              </p14:cNvPr>
              <p14:cNvContentPartPr/>
              <p14:nvPr/>
            </p14:nvContentPartPr>
            <p14:xfrm>
              <a:off x="6769814" y="4304017"/>
              <a:ext cx="924840" cy="25128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FB633E37-F566-1325-5C96-38E102E793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07174" y="4241377"/>
                <a:ext cx="1050480" cy="37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921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20BD158B-7178-A8D5-E3FE-EA2CD28EEDC4}"/>
                  </a:ext>
                </a:extLst>
              </p14:cNvPr>
              <p14:cNvContentPartPr/>
              <p14:nvPr/>
            </p14:nvContentPartPr>
            <p14:xfrm>
              <a:off x="3961094" y="3683377"/>
              <a:ext cx="328320" cy="741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20BD158B-7178-A8D5-E3FE-EA2CD28EED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98094" y="3620737"/>
                <a:ext cx="4539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943D5607-5AE6-4FB3-9DB7-3A28253FF11A}"/>
                  </a:ext>
                </a:extLst>
              </p14:cNvPr>
              <p14:cNvContentPartPr/>
              <p14:nvPr/>
            </p14:nvContentPartPr>
            <p14:xfrm>
              <a:off x="5223254" y="3674017"/>
              <a:ext cx="195840" cy="615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943D5607-5AE6-4FB3-9DB7-3A28253FF1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60254" y="3611017"/>
                <a:ext cx="3214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49B700ED-4C0A-276F-2277-8338F56B9C8C}"/>
                  </a:ext>
                </a:extLst>
              </p14:cNvPr>
              <p14:cNvContentPartPr/>
              <p14:nvPr/>
            </p14:nvContentPartPr>
            <p14:xfrm>
              <a:off x="6345734" y="3664657"/>
              <a:ext cx="263160" cy="536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49B700ED-4C0A-276F-2277-8338F56B9C8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82734" y="3602017"/>
                <a:ext cx="388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65AB3366-7879-11C5-1ADA-447F60BE22E5}"/>
                  </a:ext>
                </a:extLst>
              </p14:cNvPr>
              <p14:cNvContentPartPr/>
              <p14:nvPr/>
            </p14:nvContentPartPr>
            <p14:xfrm>
              <a:off x="7596374" y="3648457"/>
              <a:ext cx="169560" cy="10656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65AB3366-7879-11C5-1ADA-447F60BE22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33734" y="3585457"/>
                <a:ext cx="295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0E5E99C3-C968-FEA7-E8D5-A47C0C96D2CA}"/>
                  </a:ext>
                </a:extLst>
              </p14:cNvPr>
              <p14:cNvContentPartPr/>
              <p14:nvPr/>
            </p14:nvContentPartPr>
            <p14:xfrm>
              <a:off x="8902094" y="3691297"/>
              <a:ext cx="185040" cy="5364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0E5E99C3-C968-FEA7-E8D5-A47C0C96D2C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39454" y="3628657"/>
                <a:ext cx="31068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997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9B3DE63E-8332-509D-533D-04CFA5BB053C}"/>
                  </a:ext>
                </a:extLst>
              </p14:cNvPr>
              <p14:cNvContentPartPr/>
              <p14:nvPr/>
            </p14:nvContentPartPr>
            <p14:xfrm>
              <a:off x="5167094" y="3666097"/>
              <a:ext cx="223560" cy="6156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9B3DE63E-8332-509D-533D-04CFA5BB05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4454" y="3603457"/>
                <a:ext cx="3492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BE62D8C8-A670-F343-0E14-457FAE528C66}"/>
                  </a:ext>
                </a:extLst>
              </p14:cNvPr>
              <p14:cNvContentPartPr/>
              <p14:nvPr/>
            </p14:nvContentPartPr>
            <p14:xfrm>
              <a:off x="6343214" y="3674737"/>
              <a:ext cx="247320" cy="5472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BE62D8C8-A670-F343-0E14-457FAE528C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80574" y="3611737"/>
                <a:ext cx="3729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ED16D485-1327-8208-134F-0FF1E05B2A70}"/>
                  </a:ext>
                </a:extLst>
              </p14:cNvPr>
              <p14:cNvContentPartPr/>
              <p14:nvPr/>
            </p14:nvContentPartPr>
            <p14:xfrm>
              <a:off x="7633094" y="3596977"/>
              <a:ext cx="170640" cy="13932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ED16D485-1327-8208-134F-0FF1E05B2A7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70094" y="3534337"/>
                <a:ext cx="2962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63663D0C-1FD5-25BC-405F-3A14F5BBBDF1}"/>
                  </a:ext>
                </a:extLst>
              </p14:cNvPr>
              <p14:cNvContentPartPr/>
              <p14:nvPr/>
            </p14:nvContentPartPr>
            <p14:xfrm>
              <a:off x="8704094" y="3686257"/>
              <a:ext cx="400680" cy="4212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63663D0C-1FD5-25BC-405F-3A14F5BBBD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41094" y="3623617"/>
                <a:ext cx="526320" cy="1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949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E043FFA5-A28F-8CE3-7811-767DD96E0ED1}"/>
                  </a:ext>
                </a:extLst>
              </p14:cNvPr>
              <p14:cNvContentPartPr/>
              <p14:nvPr/>
            </p14:nvContentPartPr>
            <p14:xfrm>
              <a:off x="7530494" y="3630817"/>
              <a:ext cx="267840" cy="9216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E043FFA5-A28F-8CE3-7811-767DD96E0E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67854" y="3567817"/>
                <a:ext cx="3934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AF29630F-653F-EA0B-91EE-8A73B3D3E9A5}"/>
                  </a:ext>
                </a:extLst>
              </p14:cNvPr>
              <p14:cNvContentPartPr/>
              <p14:nvPr/>
            </p14:nvContentPartPr>
            <p14:xfrm>
              <a:off x="8816054" y="3562417"/>
              <a:ext cx="362880" cy="20160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AF29630F-653F-EA0B-91EE-8A73B3D3E9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53054" y="3499777"/>
                <a:ext cx="4885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CEEE7210-71B9-87F8-AFF2-C53018CBDBDF}"/>
                  </a:ext>
                </a:extLst>
              </p14:cNvPr>
              <p14:cNvContentPartPr/>
              <p14:nvPr/>
            </p14:nvContentPartPr>
            <p14:xfrm>
              <a:off x="6372374" y="3640177"/>
              <a:ext cx="202680" cy="8964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CEEE7210-71B9-87F8-AFF2-C53018CBDB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9374" y="3577537"/>
                <a:ext cx="32832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106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9B054137-1176-2AF0-4C3D-44E22388C21B}"/>
                  </a:ext>
                </a:extLst>
              </p14:cNvPr>
              <p14:cNvContentPartPr/>
              <p14:nvPr/>
            </p14:nvContentPartPr>
            <p14:xfrm>
              <a:off x="8591774" y="3631177"/>
              <a:ext cx="513000" cy="10440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9B054137-1176-2AF0-4C3D-44E22388C2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9134" y="3568177"/>
                <a:ext cx="6386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44C4AA0F-3FF5-84E4-25B5-76B43DD39499}"/>
                  </a:ext>
                </a:extLst>
              </p14:cNvPr>
              <p14:cNvContentPartPr/>
              <p14:nvPr/>
            </p14:nvContentPartPr>
            <p14:xfrm>
              <a:off x="7597454" y="3654577"/>
              <a:ext cx="202680" cy="13320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44C4AA0F-3FF5-84E4-25B5-76B43DD394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34814" y="3591937"/>
                <a:ext cx="328320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66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1B943C3B-6962-996B-AE8F-7FFC7DEE9808}"/>
                  </a:ext>
                </a:extLst>
              </p14:cNvPr>
              <p14:cNvContentPartPr/>
              <p14:nvPr/>
            </p14:nvContentPartPr>
            <p14:xfrm>
              <a:off x="8859254" y="3665017"/>
              <a:ext cx="295920" cy="3672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1B943C3B-6962-996B-AE8F-7FFC7DEE98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96254" y="3602017"/>
                <a:ext cx="421560" cy="1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700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Bauteile aus Holz</a:t>
            </a:r>
          </a:p>
          <a:p>
            <a:endParaRPr lang="de-DE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A643CF-BE02-0C22-EBD4-1C578D9FA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33" y="2509806"/>
            <a:ext cx="7915333" cy="434819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DBFFA08-04FF-6773-B6C8-CF28576BF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4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Lichtraumprofil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424F0975-A15C-E9A6-2603-F66CEA4282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41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 fontScale="92500"/>
          </a:bodyPr>
          <a:lstStyle/>
          <a:p>
            <a:r>
              <a:rPr lang="de-DE" sz="3600" dirty="0"/>
              <a:t>Lichtraumprofil</a:t>
            </a:r>
          </a:p>
          <a:p>
            <a:pPr algn="l"/>
            <a:r>
              <a:rPr lang="de-DE" dirty="0"/>
              <a:t>Verkehrsweg:		Breite: 0,5m</a:t>
            </a:r>
          </a:p>
          <a:p>
            <a:pPr algn="l"/>
            <a:r>
              <a:rPr lang="de-DE" dirty="0"/>
              <a:t>			Höhe: 1,8m</a:t>
            </a:r>
          </a:p>
          <a:p>
            <a:pPr algn="l"/>
            <a:r>
              <a:rPr lang="de-DE" dirty="0"/>
              <a:t>			in Weg ragende Bauteile: auf 1,6m Verringerung</a:t>
            </a:r>
          </a:p>
          <a:p>
            <a:pPr algn="l"/>
            <a:r>
              <a:rPr lang="de-DE" dirty="0"/>
              <a:t>Standfläche:		Breite: 0,6m</a:t>
            </a:r>
          </a:p>
          <a:p>
            <a:pPr algn="l"/>
            <a:r>
              <a:rPr lang="de-DE" dirty="0"/>
              <a:t>			Höhe: 1,8m</a:t>
            </a:r>
          </a:p>
          <a:p>
            <a:pPr algn="l"/>
            <a:r>
              <a:rPr lang="de-DE" dirty="0"/>
              <a:t>Verkehrswegen &amp; Standflächen B+D = Höhe auf 1,2m  für 1,5m beschränken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424F0975-A15C-E9A6-2603-F66CEA4282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26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837246B-EB8F-41FC-DBBA-B869D9287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299" y="1534439"/>
            <a:ext cx="4447402" cy="5099866"/>
          </a:xfrm>
          <a:prstGeom prst="rect">
            <a:avLst/>
          </a:prstGeom>
        </p:spPr>
      </p:pic>
      <p:pic>
        <p:nvPicPr>
          <p:cNvPr id="3" name="Grafik 2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5959C085-3C8B-D7E0-1569-06ADBF643B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78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Lichtraumprofil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CA9D08A-323A-1D19-4172-381BD7F8B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972" y="2462708"/>
            <a:ext cx="5440056" cy="4211929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DAD77DC9-A23C-B688-381E-163B0C581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60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Konstruktive Anforderungen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Dächer mit Dachneigung: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5°-20° und glatter Oberfläche: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Bis 20°:</a:t>
            </a:r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02BC2F0F-4329-6E1A-4CE7-15785B14F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4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Konstruktive Anforderungen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Dächer mit Dachneigung: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5°-20° und glatter Oberfläche: Ausrutschen verhindern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Bis 20°: begehbare Dächer als Verkehrsweg und Standfläche genutzt werden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Nicht begehbar: Beläge oder Laufstege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02BC2F0F-4329-6E1A-4CE7-15785B14F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22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Laufstege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Trittflächen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Einzeltritte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27CD24CA-21DB-7751-09DB-9D68A42E4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0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Laufstege: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Unterhalb des Firstes liegen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Zwischen den Laufstegen maximaler Abstand 5cm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Bis 30° rechtwinklig zum First mit Trittleisten einbauen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4FD6FAC3-92BD-C023-1BFC-E987234078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Trittflächen: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Dürfen keine größere Neigung von 3° besitzen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Übereinander angeordnet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Dachneigung 	&lt;45° </a:t>
            </a:r>
            <a:r>
              <a:rPr lang="de-DE" sz="1600" dirty="0">
                <a:sym typeface="Wingdings" panose="05000000000000000000" pitchFamily="2" charset="2"/>
              </a:rPr>
              <a:t> 75 cm Abstand</a:t>
            </a:r>
          </a:p>
          <a:p>
            <a:pPr lvl="5" algn="l"/>
            <a:r>
              <a:rPr lang="de-DE" sz="1200" dirty="0"/>
              <a:t>	</a:t>
            </a:r>
            <a:r>
              <a:rPr lang="de-DE" dirty="0"/>
              <a:t>&gt;45° </a:t>
            </a:r>
            <a:r>
              <a:rPr lang="de-DE" dirty="0">
                <a:sym typeface="Wingdings" panose="05000000000000000000" pitchFamily="2" charset="2"/>
              </a:rPr>
              <a:t> 50 cm Abstand</a:t>
            </a:r>
            <a:endParaRPr lang="de-DE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5F24F58-0490-45D0-18DA-F170A50EF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85" y="1600200"/>
            <a:ext cx="10518229" cy="5877076"/>
          </a:xfrm>
          <a:prstGeom prst="rect">
            <a:avLst/>
          </a:prstGeom>
        </p:spPr>
      </p:pic>
      <p:pic>
        <p:nvPicPr>
          <p:cNvPr id="8" name="Grafik 7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F45DF1F8-0726-6FD4-9BB0-50630C0F4E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18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Trittflächen: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Dürfen keine größere Neigung von 3° besitzen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Übereinander angeordnet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Dachneigung 	&lt;45° </a:t>
            </a:r>
            <a:r>
              <a:rPr lang="de-DE" sz="1600" dirty="0">
                <a:sym typeface="Wingdings" panose="05000000000000000000" pitchFamily="2" charset="2"/>
              </a:rPr>
              <a:t> 75 cm Abstand</a:t>
            </a:r>
          </a:p>
          <a:p>
            <a:pPr lvl="5" algn="l"/>
            <a:r>
              <a:rPr lang="de-DE" sz="1200" dirty="0"/>
              <a:t>	</a:t>
            </a:r>
            <a:r>
              <a:rPr lang="de-DE" dirty="0"/>
              <a:t>&gt;45° </a:t>
            </a:r>
            <a:r>
              <a:rPr lang="de-DE" dirty="0">
                <a:sym typeface="Wingdings" panose="05000000000000000000" pitchFamily="2" charset="2"/>
              </a:rPr>
              <a:t> 50 cm Abstand</a:t>
            </a:r>
            <a:endParaRPr lang="de-DE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39729126-54D8-25FA-2A3E-5E37E86E7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4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 err="1"/>
              <a:t>re</a:t>
            </a:r>
            <a:r>
              <a:rPr lang="de-DE" sz="1600" dirty="0"/>
              <a:t> Neigung von 3° besitzen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Übereinander angeordnet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Dachneigung 	&lt;45° </a:t>
            </a:r>
            <a:r>
              <a:rPr lang="de-DE" sz="1600" dirty="0">
                <a:sym typeface="Wingdings" panose="05000000000000000000" pitchFamily="2" charset="2"/>
              </a:rPr>
              <a:t> 75 cm Abstand</a:t>
            </a:r>
          </a:p>
          <a:p>
            <a:pPr lvl="5" algn="l"/>
            <a:r>
              <a:rPr lang="de-DE" sz="1200" dirty="0"/>
              <a:t>	</a:t>
            </a:r>
            <a:r>
              <a:rPr lang="de-DE" dirty="0"/>
              <a:t>&gt;45° </a:t>
            </a:r>
            <a:r>
              <a:rPr lang="de-DE" dirty="0">
                <a:sym typeface="Wingdings" panose="05000000000000000000" pitchFamily="2" charset="2"/>
              </a:rPr>
              <a:t> 50 cm Abstand</a:t>
            </a:r>
            <a:endParaRPr lang="de-DE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66B3100-2580-796A-4E83-0BE221A12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386" y="1600200"/>
            <a:ext cx="8041228" cy="5056226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1FB5D4E-7FB9-89C1-3BB6-2C18593A08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80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4602588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2000" dirty="0"/>
              <a:t>Einzeltritte: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Versetzt übereinander in Falllinie anzuordnen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Maximaler Abstand horizontal 40cm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Maximaler Abstand waagrecht zu Leitern 50cm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Maximale Neigung 3°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DE" sz="1600" dirty="0"/>
              <a:t>Mindestgröße 13cm x 13cm plus Aufkantung an Seite von 20mm</a:t>
            </a:r>
          </a:p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de-DE" sz="1400" dirty="0"/>
              <a:t>Mit Haltegriff versehen sein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3965AE99-0E04-0E57-0B67-D306FD2EA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4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201831-3F99-B760-802E-FD61D3E15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034" y="1699775"/>
            <a:ext cx="8821932" cy="50179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2D90062F-1ED1-D551-2FA7-9047BD805111}"/>
                  </a:ext>
                </a:extLst>
              </p14:cNvPr>
              <p14:cNvContentPartPr/>
              <p14:nvPr/>
            </p14:nvContentPartPr>
            <p14:xfrm>
              <a:off x="2729692" y="1765931"/>
              <a:ext cx="17640" cy="3924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2D90062F-1ED1-D551-2FA7-9047BD8051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66692" y="1703291"/>
                <a:ext cx="143280" cy="1648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fik 7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B1A381BF-FCEC-1104-07EB-2DCBC584BE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49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Verkehrswege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0EB807A-2C85-24A3-29B9-270B78F56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62" y="1647504"/>
            <a:ext cx="9820275" cy="4924425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A37D6B2D-3C55-F6DE-DA28-AD3865164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6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Leitern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Anlegeleitern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nur bis 5m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1m Überstand der Leiter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50C1EC2-7AF6-24C6-2AD8-2FB2238D5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517" y="3513982"/>
            <a:ext cx="2368966" cy="3000374"/>
          </a:xfrm>
          <a:prstGeom prst="rect">
            <a:avLst/>
          </a:prstGeom>
        </p:spPr>
      </p:pic>
      <p:pic>
        <p:nvPicPr>
          <p:cNvPr id="5" name="Grafik 4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62F90A61-F0BC-7220-7E5B-5243FD6C9E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5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Leitern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Steigeisen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Bis 2m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An Abgasanlagen unzulässig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E150F67-B4D6-697D-5B92-AB6352DBE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746" y="3745278"/>
            <a:ext cx="4052508" cy="2273907"/>
          </a:xfrm>
          <a:prstGeom prst="rect">
            <a:avLst/>
          </a:prstGeom>
        </p:spPr>
      </p:pic>
      <p:pic>
        <p:nvPicPr>
          <p:cNvPr id="5" name="Grafik 4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437987EB-1864-1614-8F8C-4C30468ECF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20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Leitern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Steigleitern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&gt; 5m Errichtung zum Schutz gegen Absturz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&gt; 10m Steigschutzeinrichtung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Größerer Höhe </a:t>
            </a:r>
            <a:r>
              <a:rPr lang="de-DE" sz="1600" dirty="0">
                <a:sym typeface="Wingdings" panose="05000000000000000000" pitchFamily="2" charset="2"/>
              </a:rPr>
              <a:t> alle 10m Ruhebühne</a:t>
            </a:r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BB76626-7C60-DFF0-53E3-77BCC4B7A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983" y="2099960"/>
            <a:ext cx="4039067" cy="4533647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AC65857D-8A27-938E-689A-3B8C7313D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53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Leitern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Dachleitern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Sprossenstärke 20mm; Rundsprossen 25mm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An Längsseiten 20mm Seitenschutz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Sprossenabstand: 250-300mm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Rechtwinklig zum First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Übergang Dachleiter zu Standfläche = </a:t>
            </a:r>
            <a:r>
              <a:rPr lang="de-DE" sz="1600" dirty="0" err="1"/>
              <a:t>max</a:t>
            </a:r>
            <a:r>
              <a:rPr lang="de-DE" sz="1600" dirty="0"/>
              <a:t> 30cm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62EAFA0C-DBA2-84B0-1493-7E09F1ECE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38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 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Abstand zu Mündung: </a:t>
            </a:r>
            <a:r>
              <a:rPr lang="de-DE" sz="1600" dirty="0" err="1"/>
              <a:t>max</a:t>
            </a:r>
            <a:r>
              <a:rPr lang="de-DE" sz="1600" dirty="0"/>
              <a:t> 1,10m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Maß der Standfläche: 25x40cm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Keine Neigung &gt;3°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Abstand Abgasanlage – Innenkante SF = </a:t>
            </a:r>
            <a:r>
              <a:rPr lang="de-DE" sz="1600" dirty="0" err="1"/>
              <a:t>max</a:t>
            </a:r>
            <a:r>
              <a:rPr lang="de-DE" sz="1600" dirty="0"/>
              <a:t> 30cm (First dazwischen 60cm)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E7E883CA-58B9-CD95-6545-7AE9B5CC29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7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02039C4-C714-1880-DABE-06FF876D0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06" y="1811971"/>
            <a:ext cx="2640871" cy="40864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6307993-ED39-5DB6-E110-15D940C54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838" y="1811971"/>
            <a:ext cx="4297876" cy="4510408"/>
          </a:xfrm>
          <a:prstGeom prst="rect">
            <a:avLst/>
          </a:prstGeom>
        </p:spPr>
      </p:pic>
      <p:pic>
        <p:nvPicPr>
          <p:cNvPr id="3" name="Grafik 2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3FC9BDD7-723D-F06B-B167-6CA0BF2B87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7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 B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Unterkante Reinigungsöffnung 0,4 - 1,4m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Maß der Standfläche: 0,5m x 0,5m &amp; Höhe 1,80m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89CDA4B7-A493-63B0-42AA-4DA193C54D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4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4C37B5E-3033-10DB-8F32-DD1504112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707" y="1647504"/>
            <a:ext cx="2942586" cy="5012371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C8BC9D20-D6E6-8686-513A-7A5BD00906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28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 C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Abgasführung </a:t>
            </a:r>
            <a:r>
              <a:rPr lang="de-DE" sz="1600" dirty="0" err="1"/>
              <a:t>max</a:t>
            </a:r>
            <a:r>
              <a:rPr lang="de-DE" sz="1600" dirty="0"/>
              <a:t> zweimal um 30° gezogen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Standflächenanforderung gleich Standfläche B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710094A6-9CA4-05E4-469F-035D44E278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41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965007B-6521-9B96-6A5E-63D85546D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851" y="1539192"/>
            <a:ext cx="4138297" cy="5201002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624FA375-24BC-DCCF-3073-E48BC40AEF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36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 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Standfläche gleich B und C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Zum Arbeiten genügend Platz: min. 1m³ und eine Höhe von 1,2m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09384BCF-07BF-E6ED-3305-4405969D0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28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 und Verkehrswege über Dach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Bis 60° Absturzsicherung erforderlich, wenn höher als 2m über tragfähiger Fläche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Ab 60° IMMER Absturzsicherung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de-DE" sz="1400" dirty="0"/>
              <a:t>Absturzsicherung: min 1,10m hoch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EC6F8D62-33EF-2900-BA81-01FBBF9A6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01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Standfläche und Verkehrswege unter Dach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Standfläche mit Absturzsicherung ab 2m Höhe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Verkehrsweg mit Absturzsicherung ab 2m höhe und Wegbreite geringer 50cm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A409E97B-191B-2FF0-736A-E04D8E11E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07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/>
              <a:t>Standflächen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734E411-0A0E-20CB-7C44-337F55A4B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587" y="1600200"/>
            <a:ext cx="4360825" cy="4998080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E113A28A-C58E-58A5-C021-F720AC5914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377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 err="1"/>
              <a:t>Durchsteigeöffnungen</a:t>
            </a:r>
            <a:endParaRPr lang="de-DE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/>
              <a:t>Dachfenster: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Mindestmaß von 60x80cm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600" dirty="0"/>
              <a:t>Dachneigung unter 60° reicht 42x52cm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 err="1"/>
              <a:t>Durchsteigeöffnung</a:t>
            </a:r>
            <a:r>
              <a:rPr lang="de-DE" sz="2000" dirty="0"/>
              <a:t> an Gaube 60x 1,20m</a:t>
            </a:r>
            <a:endParaRPr lang="de-DE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AF22C553-657C-A6F0-9529-7AD35EDF9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34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 err="1"/>
              <a:t>Durchsteigeöffnungen</a:t>
            </a:r>
            <a:endParaRPr lang="de-DE" sz="3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5FD90E8-0A7A-9732-DBA4-290BDCB19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913" y="1532364"/>
            <a:ext cx="7638173" cy="51771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4076F8C5-7A7A-692B-04D9-AFA8A3598174}"/>
                  </a:ext>
                </a:extLst>
              </p14:cNvPr>
              <p14:cNvContentPartPr/>
              <p14:nvPr/>
            </p14:nvContentPartPr>
            <p14:xfrm>
              <a:off x="2668132" y="2158691"/>
              <a:ext cx="3960" cy="252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4076F8C5-7A7A-692B-04D9-AFA8A35981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5132" y="2096051"/>
                <a:ext cx="129600" cy="1281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fik 7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DF89589-80A9-D9BD-D653-F0AD693A64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 err="1"/>
              <a:t>Durchsteigeöffnungen</a:t>
            </a:r>
            <a:endParaRPr lang="de-DE" sz="3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4BE4D1C-066F-2165-0BEC-8814EB9B63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400" y="1475237"/>
            <a:ext cx="8573199" cy="4709585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36196F07-497B-57FE-B41B-E6730B4BDA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65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1578F70-6DB5-ED52-F65A-A08F2EA08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31" y="1600200"/>
            <a:ext cx="4009137" cy="4817366"/>
          </a:xfrm>
          <a:prstGeom prst="rect">
            <a:avLst/>
          </a:prstGeom>
        </p:spPr>
      </p:pic>
      <p:pic>
        <p:nvPicPr>
          <p:cNvPr id="5" name="Grafik 4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50ACF286-2EDC-0E6C-BF3E-BA5B86F0D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93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09EB9D6-0D40-ED11-090B-56931DF88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5" y="1647504"/>
            <a:ext cx="4278724" cy="4906441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4C813680-FAC7-4300-5DCB-F8B1804567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038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 err="1"/>
              <a:t>Durchsteigeöffnungen</a:t>
            </a:r>
            <a:endParaRPr lang="de-DE" sz="3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C4ABB54-7322-8D98-1B57-674B7A4A67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647504"/>
            <a:ext cx="9143999" cy="7562022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A9C96749-6FFE-9455-A5FB-B7C3A9D9B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615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 err="1"/>
              <a:t>Durchsteigeöffnungen</a:t>
            </a:r>
            <a:endParaRPr lang="de-DE" sz="3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5F0524C-4390-763B-B725-9C1F0B195A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30" y="1600200"/>
            <a:ext cx="10014739" cy="9125205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3C7D48B3-14C5-C868-6843-9A7892E0CA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868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DIN 18160 Teil 5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r>
              <a:rPr lang="de-DE" sz="3600" dirty="0" err="1"/>
              <a:t>Durchsteigeöffnungen</a:t>
            </a:r>
            <a:endParaRPr lang="de-DE" sz="3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5B7F1E7-098B-EB12-3E9B-6599C1FDD3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445" y="1479808"/>
            <a:ext cx="8689110" cy="7694624"/>
          </a:xfrm>
          <a:prstGeom prst="rect">
            <a:avLst/>
          </a:prstGeom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81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3F56B33-2AAB-965A-EE19-B9136E989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0718" y="566798"/>
            <a:ext cx="5592542" cy="537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00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6989D94-BA39-4CCB-CE12-E0B0BF0D33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960" y="404664"/>
            <a:ext cx="6603028" cy="590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288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25F45A4-6BDE-DB64-1CCA-369230DC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91" y="881412"/>
            <a:ext cx="7214658" cy="541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3750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B5AB6B3-FDE7-0AD7-D6C0-156663665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457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6790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23488"/>
            <a:ext cx="9144000" cy="974326"/>
          </a:xfrm>
        </p:spPr>
        <p:txBody>
          <a:bodyPr/>
          <a:lstStyle/>
          <a:p>
            <a:r>
              <a:rPr lang="de-DE" dirty="0"/>
              <a:t>DGUV 101-021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/>
            <a:endParaRPr lang="de-DE" sz="40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99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673178"/>
            <a:ext cx="9144000" cy="974326"/>
          </a:xfrm>
        </p:spPr>
        <p:txBody>
          <a:bodyPr/>
          <a:lstStyle/>
          <a:p>
            <a:r>
              <a:rPr lang="de-DE" dirty="0"/>
              <a:t>Gefährdungsanalyse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 algn="l"/>
            <a:endParaRPr lang="de-DE" sz="16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3E9F262-BC25-3315-A9A1-254B0FD1EBB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41"/>
          <a:stretch/>
        </p:blipFill>
        <p:spPr>
          <a:xfrm>
            <a:off x="2857263" y="1916018"/>
            <a:ext cx="6556442" cy="392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23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23488"/>
            <a:ext cx="9144000" cy="97432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/>
            <a:endParaRPr lang="de-DE" sz="40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E8352C3-A8D3-7E75-54E4-082A35C7B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7181" y="2253860"/>
            <a:ext cx="6237638" cy="33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85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23488"/>
            <a:ext cx="9144000" cy="97432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/>
            <a:endParaRPr lang="de-DE" sz="4000" dirty="0"/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12179AB-F4A5-B1DE-A0AC-DA85702C5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3875" y="753945"/>
            <a:ext cx="6224249" cy="566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43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23488"/>
            <a:ext cx="9144000" cy="974326"/>
          </a:xfrm>
        </p:spPr>
        <p:txBody>
          <a:bodyPr>
            <a:normAutofit fontScale="90000"/>
          </a:bodyPr>
          <a:lstStyle/>
          <a:p>
            <a:r>
              <a:rPr lang="de-DE" dirty="0"/>
              <a:t>PSA </a:t>
            </a:r>
            <a:br>
              <a:rPr lang="de-DE" dirty="0"/>
            </a:br>
            <a:r>
              <a:rPr lang="de-DE" dirty="0"/>
              <a:t>(persönliche Schutzausrüstung)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 fontScale="92500" lnSpcReduction="10000"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1200150" lvl="1" indent="-742950" algn="l">
              <a:buFont typeface="+mj-lt"/>
              <a:buAutoNum type="arabicPeriod"/>
            </a:pPr>
            <a:endParaRPr lang="de-DE" dirty="0"/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Kopfschutz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Fußschutz (S1)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Augen-/</a:t>
            </a:r>
            <a:r>
              <a:rPr lang="de-DE" dirty="0" err="1"/>
              <a:t>Gesichtschutz</a:t>
            </a:r>
            <a:endParaRPr lang="de-DE" dirty="0"/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Atemschutz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Schutzkleidung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Schutzhandschuhe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Hautschutz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Persönliche Schutzausrüstung gegen Absturz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de-DE" dirty="0"/>
              <a:t>CO-Warnmelder 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709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23488"/>
            <a:ext cx="9144000" cy="974326"/>
          </a:xfrm>
        </p:spPr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1916018"/>
            <a:ext cx="9144000" cy="334178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sz="1600" dirty="0"/>
          </a:p>
          <a:p>
            <a:pPr lvl="1"/>
            <a:r>
              <a:rPr lang="de-DE" sz="4000" dirty="0"/>
              <a:t>schule@schornsteinfeger-eschborn.de</a:t>
            </a:r>
          </a:p>
        </p:txBody>
      </p:sp>
      <p:pic>
        <p:nvPicPr>
          <p:cNvPr id="6" name="Grafik 5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342" y="404664"/>
            <a:ext cx="588276" cy="5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46166" y="404664"/>
            <a:ext cx="916492" cy="51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Grafik 3" descr="Ein Bild, das Text, Schrift, Logo, Symbol enthält.&#10;&#10;Automatisch generierte Beschreibung">
            <a:extLst>
              <a:ext uri="{FF2B5EF4-FFF2-40B4-BE49-F238E27FC236}">
                <a16:creationId xmlns:a16="http://schemas.microsoft.com/office/drawing/2014/main" id="{1B879FF7-FD6B-7DF2-5CAF-6F3E32899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8" y="5620533"/>
            <a:ext cx="2092001" cy="83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7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Breitbild</PresentationFormat>
  <Paragraphs>350</Paragraphs>
  <Slides>63</Slides>
  <Notes>56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63</vt:i4>
      </vt:variant>
    </vt:vector>
  </HeadingPairs>
  <TitlesOfParts>
    <vt:vector size="68" baseType="lpstr">
      <vt:lpstr>Arial</vt:lpstr>
      <vt:lpstr>Calibri</vt:lpstr>
      <vt:lpstr>Calibri Light</vt:lpstr>
      <vt:lpstr>Wingdings</vt:lpstr>
      <vt:lpstr>Office</vt:lpstr>
      <vt:lpstr>Arbeitsschutz im Schornsteinfegerhandwerk</vt:lpstr>
      <vt:lpstr>Gesetzesgrundlagen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DIN 18160 Teil 5</vt:lpstr>
      <vt:lpstr>PowerPoint-Präsentation</vt:lpstr>
      <vt:lpstr>PowerPoint-Präsentation</vt:lpstr>
      <vt:lpstr>PowerPoint-Präsentation</vt:lpstr>
      <vt:lpstr>PowerPoint-Präsentation</vt:lpstr>
      <vt:lpstr>DGUV 101-021</vt:lpstr>
      <vt:lpstr>Gefährdungsanalyse</vt:lpstr>
      <vt:lpstr>PowerPoint-Präsentation</vt:lpstr>
      <vt:lpstr>PowerPoint-Präsentation</vt:lpstr>
      <vt:lpstr>PSA  (persönliche Schutzausrüstung)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Arbeitsschutz im Schorsteinfegerhandwerk</dc:title>
  <dc:creator>Vincent Butzkies</dc:creator>
  <cp:lastModifiedBy>Vincent Butzkies</cp:lastModifiedBy>
  <cp:revision>4</cp:revision>
  <dcterms:created xsi:type="dcterms:W3CDTF">2023-02-13T18:46:00Z</dcterms:created>
  <dcterms:modified xsi:type="dcterms:W3CDTF">2025-08-26T12:01:10Z</dcterms:modified>
</cp:coreProperties>
</file>